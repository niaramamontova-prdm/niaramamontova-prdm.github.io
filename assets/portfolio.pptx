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5" r:id="rId1"/>
  </p:sld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A82"/>
    <a:srgbClr val="134E7B"/>
    <a:srgbClr val="6DC0FF"/>
    <a:srgbClr val="2207E9"/>
    <a:srgbClr val="8F6C5E"/>
    <a:srgbClr val="9C77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69" autoAdjust="0"/>
    <p:restoredTop sz="87582" autoAdjust="0"/>
  </p:normalViewPr>
  <p:slideViewPr>
    <p:cSldViewPr snapToGrid="0">
      <p:cViewPr varScale="1">
        <p:scale>
          <a:sx n="64" d="100"/>
          <a:sy n="64" d="100"/>
        </p:scale>
        <p:origin x="1037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30952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DEE3B02A-3B83-3083-3F07-26E25C6C135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17248" y="0"/>
            <a:ext cx="5674753" cy="6399152"/>
          </a:xfrm>
          <a:custGeom>
            <a:avLst/>
            <a:gdLst>
              <a:gd name="connsiteX0" fmla="*/ 0 w 5674753"/>
              <a:gd name="connsiteY0" fmla="*/ 0 h 6399152"/>
              <a:gd name="connsiteX1" fmla="*/ 5674753 w 5674753"/>
              <a:gd name="connsiteY1" fmla="*/ 0 h 6399152"/>
              <a:gd name="connsiteX2" fmla="*/ 5674753 w 5674753"/>
              <a:gd name="connsiteY2" fmla="*/ 6399152 h 6399152"/>
              <a:gd name="connsiteX3" fmla="*/ 601996 w 5674753"/>
              <a:gd name="connsiteY3" fmla="*/ 6399152 h 6399152"/>
              <a:gd name="connsiteX4" fmla="*/ 0 w 5674753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74753" h="6399152">
                <a:moveTo>
                  <a:pt x="0" y="0"/>
                </a:moveTo>
                <a:lnTo>
                  <a:pt x="5674753" y="0"/>
                </a:lnTo>
                <a:lnTo>
                  <a:pt x="5674753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 dpi="0" rotWithShape="1">
            <a:blip r:embed="rId2"/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EF118477-BA54-4B0E-9EC5-D8568300CAF2}" type="datetime1">
              <a:rPr lang="en-US" smtClean="0"/>
              <a:t>2/19/2026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7830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53AA-13B8-469A-87B0-FF7C74E1EADE}" type="datetime1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750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8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1D6AB98B-BD95-F9FC-BB22-1A89B6EE324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604503" cy="6399152"/>
          </a:xfrm>
          <a:custGeom>
            <a:avLst/>
            <a:gdLst>
              <a:gd name="connsiteX0" fmla="*/ 0 w 6604503"/>
              <a:gd name="connsiteY0" fmla="*/ 0 h 6399152"/>
              <a:gd name="connsiteX1" fmla="*/ 6604503 w 6604503"/>
              <a:gd name="connsiteY1" fmla="*/ 0 h 6399152"/>
              <a:gd name="connsiteX2" fmla="*/ 6604503 w 6604503"/>
              <a:gd name="connsiteY2" fmla="*/ 5797156 h 6399152"/>
              <a:gd name="connsiteX3" fmla="*/ 6002507 w 6604503"/>
              <a:gd name="connsiteY3" fmla="*/ 6399152 h 6399152"/>
              <a:gd name="connsiteX4" fmla="*/ 0 w 6604503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4503" h="6399152">
                <a:moveTo>
                  <a:pt x="0" y="0"/>
                </a:moveTo>
                <a:lnTo>
                  <a:pt x="6604503" y="0"/>
                </a:lnTo>
                <a:lnTo>
                  <a:pt x="6604503" y="5797156"/>
                </a:lnTo>
                <a:cubicBezTo>
                  <a:pt x="6604503" y="6129629"/>
                  <a:pt x="6334980" y="6399152"/>
                  <a:pt x="6002507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7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5B3B0F7F-6AD6-4AF0-8BB1-D49CE0F9F622}" type="datetime1">
              <a:rPr lang="en-US" smtClean="0"/>
              <a:t>2/19/2026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7349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D161DAC-42AF-C3D9-37A1-04B90F30DEE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86160" y="0"/>
            <a:ext cx="6605841" cy="6399152"/>
          </a:xfrm>
          <a:custGeom>
            <a:avLst/>
            <a:gdLst>
              <a:gd name="connsiteX0" fmla="*/ 0 w 6605841"/>
              <a:gd name="connsiteY0" fmla="*/ 0 h 6399152"/>
              <a:gd name="connsiteX1" fmla="*/ 6605841 w 6605841"/>
              <a:gd name="connsiteY1" fmla="*/ 0 h 6399152"/>
              <a:gd name="connsiteX2" fmla="*/ 6605841 w 6605841"/>
              <a:gd name="connsiteY2" fmla="*/ 6399152 h 6399152"/>
              <a:gd name="connsiteX3" fmla="*/ 601995 w 6605841"/>
              <a:gd name="connsiteY3" fmla="*/ 6399152 h 6399152"/>
              <a:gd name="connsiteX4" fmla="*/ 0 w 6605841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5841" h="6399152">
                <a:moveTo>
                  <a:pt x="0" y="0"/>
                </a:moveTo>
                <a:lnTo>
                  <a:pt x="6605841" y="0"/>
                </a:lnTo>
                <a:lnTo>
                  <a:pt x="6605841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 dpi="0" rotWithShape="1">
            <a:blip r:embed="rId2">
              <a:alphaModFix amt="7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016F69B6-6D5E-4363-B374-18E94027D1E6}" type="datetime1">
              <a:rPr lang="en-US" smtClean="0"/>
              <a:t>2/19/2026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9560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9E06FED-92D3-C4D6-28D7-600D842F7AC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1733150" cy="5135804"/>
          </a:xfrm>
          <a:custGeom>
            <a:avLst/>
            <a:gdLst>
              <a:gd name="connsiteX0" fmla="*/ 0 w 11733150"/>
              <a:gd name="connsiteY0" fmla="*/ 0 h 5135804"/>
              <a:gd name="connsiteX1" fmla="*/ 11733150 w 11733150"/>
              <a:gd name="connsiteY1" fmla="*/ 0 h 5135804"/>
              <a:gd name="connsiteX2" fmla="*/ 11733150 w 11733150"/>
              <a:gd name="connsiteY2" fmla="*/ 4533808 h 5135804"/>
              <a:gd name="connsiteX3" fmla="*/ 11131154 w 11733150"/>
              <a:gd name="connsiteY3" fmla="*/ 5135804 h 5135804"/>
              <a:gd name="connsiteX4" fmla="*/ 0 w 11733150"/>
              <a:gd name="connsiteY4" fmla="*/ 5135804 h 5135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5135804">
                <a:moveTo>
                  <a:pt x="0" y="0"/>
                </a:moveTo>
                <a:lnTo>
                  <a:pt x="11733150" y="0"/>
                </a:lnTo>
                <a:lnTo>
                  <a:pt x="11733150" y="4533808"/>
                </a:lnTo>
                <a:cubicBezTo>
                  <a:pt x="11733150" y="4866281"/>
                  <a:pt x="11463627" y="5135804"/>
                  <a:pt x="11131154" y="5135804"/>
                </a:cubicBezTo>
                <a:lnTo>
                  <a:pt x="0" y="5135804"/>
                </a:lnTo>
                <a:close/>
              </a:path>
            </a:pathLst>
          </a:custGeom>
          <a:blipFill dpi="0" rotWithShape="1">
            <a:blip r:embed="rId2">
              <a:alphaModFix amt="7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4DEE5A9B-1189-4B03-AA34-8ABCB3EDCE59}" type="datetime1">
              <a:rPr lang="en-US" smtClean="0"/>
              <a:t>2/19/2026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9566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93776"/>
            <a:ext cx="8028432" cy="4325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065776"/>
            <a:ext cx="5431536" cy="118872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ED32A50-3A67-42D0-AFC3-9798A621A2DF}" type="datetime1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5874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1536192"/>
            <a:ext cx="9171432" cy="2615184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8176" y="5111496"/>
            <a:ext cx="9171432" cy="11430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5698FC-C9DA-44B4-AC6C-01EEA7EAAA4C}" type="datetime1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4664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11494008" cy="46542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25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170516"/>
            <a:ext cx="4800600" cy="108398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9ECA0D2-D30D-4484-8941-E31C1541BC59}" type="datetime1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7969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7A12A6-507C-2714-2F24-09ADE11584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810512"/>
            <a:ext cx="8961120" cy="4654296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BFA793B8-7270-4493-83ED-C07D34603133}" type="datetime1">
              <a:rPr lang="en-US" smtClean="0"/>
              <a:t>2/19/2026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4145AC3-CC88-4C8A-A6CE-8D44921B6A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4629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94744" y="2423160"/>
            <a:ext cx="5780976" cy="385876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AD26B-DEF0-4EC5-90CD-3C7B79EC8572}" type="datetime1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4144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1006" y="998230"/>
            <a:ext cx="3951469" cy="1947672"/>
          </a:xfrm>
        </p:spPr>
        <p:txBody>
          <a:bodyPr anchor="b">
            <a:normAutofit/>
          </a:bodyPr>
          <a:lstStyle>
            <a:lvl1pPr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DD60ACDC-1760-F721-E270-0D2FC4872DF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7002464" cy="6399152"/>
          </a:xfrm>
          <a:custGeom>
            <a:avLst/>
            <a:gdLst>
              <a:gd name="connsiteX0" fmla="*/ 0 w 7002464"/>
              <a:gd name="connsiteY0" fmla="*/ 0 h 6399152"/>
              <a:gd name="connsiteX1" fmla="*/ 7002464 w 7002464"/>
              <a:gd name="connsiteY1" fmla="*/ 0 h 6399152"/>
              <a:gd name="connsiteX2" fmla="*/ 7002464 w 7002464"/>
              <a:gd name="connsiteY2" fmla="*/ 5797156 h 6399152"/>
              <a:gd name="connsiteX3" fmla="*/ 6400468 w 7002464"/>
              <a:gd name="connsiteY3" fmla="*/ 6399152 h 6399152"/>
              <a:gd name="connsiteX4" fmla="*/ 0 w 7002464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02464" h="6399152">
                <a:moveTo>
                  <a:pt x="0" y="0"/>
                </a:moveTo>
                <a:lnTo>
                  <a:pt x="7002464" y="0"/>
                </a:lnTo>
                <a:lnTo>
                  <a:pt x="7002464" y="5797156"/>
                </a:lnTo>
                <a:cubicBezTo>
                  <a:pt x="7002464" y="6129629"/>
                  <a:pt x="6732941" y="6399152"/>
                  <a:pt x="6400468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6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91007" y="3099815"/>
            <a:ext cx="3951469" cy="3084599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 marL="914400" indent="-228600">
              <a:buFont typeface="+mj-lt"/>
              <a:buAutoNum type="arabicPeriod"/>
              <a:defRPr sz="1400"/>
            </a:lvl4pPr>
            <a:lvl5pPr marL="1143000" indent="-228600"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CA36A28-16B8-4B74-ADBC-086BC21557C6}" type="datetime1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6959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479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07CC-3A12-4A50-A3BE-C6063551B4A3}" type="datetime1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7805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40E33-4FBE-4166-8E4D-D16E2368EAF9}" type="datetime1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4466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688B5-3E47-407E-A4D5-0E98E41979E9}" type="datetime1">
              <a:rPr lang="en-US" smtClean="0"/>
              <a:t>2/19/2026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9339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640079"/>
            <a:ext cx="4032505" cy="3621024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715"/>
            <a:ext cx="5968098" cy="57197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29CD1-440F-4DE5-9914-1074B1963E64}" type="datetime1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1955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55DF8-55DB-438A-B328-5A22697F5E96}" type="datetime1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7663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1AB8ED2-AD91-CB22-5624-BD41AB32529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844052" cy="6399152"/>
          </a:xfrm>
          <a:custGeom>
            <a:avLst/>
            <a:gdLst>
              <a:gd name="connsiteX0" fmla="*/ 0 w 4844052"/>
              <a:gd name="connsiteY0" fmla="*/ 0 h 6399152"/>
              <a:gd name="connsiteX1" fmla="*/ 4844052 w 4844052"/>
              <a:gd name="connsiteY1" fmla="*/ 0 h 6399152"/>
              <a:gd name="connsiteX2" fmla="*/ 4844052 w 4844052"/>
              <a:gd name="connsiteY2" fmla="*/ 5795922 h 6399152"/>
              <a:gd name="connsiteX3" fmla="*/ 4240822 w 4844052"/>
              <a:gd name="connsiteY3" fmla="*/ 6399152 h 6399152"/>
              <a:gd name="connsiteX4" fmla="*/ 0 w 4844052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4052" h="6399152">
                <a:moveTo>
                  <a:pt x="0" y="0"/>
                </a:moveTo>
                <a:lnTo>
                  <a:pt x="4844052" y="0"/>
                </a:lnTo>
                <a:lnTo>
                  <a:pt x="4844052" y="5795922"/>
                </a:lnTo>
                <a:cubicBezTo>
                  <a:pt x="4844052" y="6129077"/>
                  <a:pt x="4573977" y="6399152"/>
                  <a:pt x="4240822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9F2D74A-71A1-4609-9BED-C43EBEF2D096}" type="datetime1">
              <a:rPr lang="en-US" smtClean="0"/>
              <a:t>2/19/2026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8335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D436AA50-FCF9-9A32-68F8-A124C794908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353304" y="0"/>
            <a:ext cx="4838696" cy="6399152"/>
          </a:xfrm>
          <a:custGeom>
            <a:avLst/>
            <a:gdLst>
              <a:gd name="connsiteX0" fmla="*/ 0 w 4838696"/>
              <a:gd name="connsiteY0" fmla="*/ 0 h 6399152"/>
              <a:gd name="connsiteX1" fmla="*/ 4838696 w 4838696"/>
              <a:gd name="connsiteY1" fmla="*/ 0 h 6399152"/>
              <a:gd name="connsiteX2" fmla="*/ 4838696 w 4838696"/>
              <a:gd name="connsiteY2" fmla="*/ 6399152 h 6399152"/>
              <a:gd name="connsiteX3" fmla="*/ 603230 w 4838696"/>
              <a:gd name="connsiteY3" fmla="*/ 6399152 h 6399152"/>
              <a:gd name="connsiteX4" fmla="*/ 0 w 4838696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38696" h="6399152">
                <a:moveTo>
                  <a:pt x="0" y="0"/>
                </a:moveTo>
                <a:lnTo>
                  <a:pt x="4838696" y="0"/>
                </a:lnTo>
                <a:lnTo>
                  <a:pt x="4838696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B868B-869A-478B-B17A-F3477F1ABEB8}" type="datetime1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9330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B32E518-8213-A79A-7E36-BA4D782F8ED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147926" cy="6399152"/>
          </a:xfrm>
          <a:custGeom>
            <a:avLst/>
            <a:gdLst>
              <a:gd name="connsiteX0" fmla="*/ 0 w 4147926"/>
              <a:gd name="connsiteY0" fmla="*/ 0 h 6399152"/>
              <a:gd name="connsiteX1" fmla="*/ 4147926 w 4147926"/>
              <a:gd name="connsiteY1" fmla="*/ 0 h 6399152"/>
              <a:gd name="connsiteX2" fmla="*/ 4147926 w 4147926"/>
              <a:gd name="connsiteY2" fmla="*/ 5795922 h 6399152"/>
              <a:gd name="connsiteX3" fmla="*/ 3544696 w 4147926"/>
              <a:gd name="connsiteY3" fmla="*/ 6399152 h 6399152"/>
              <a:gd name="connsiteX4" fmla="*/ 0 w 4147926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7926" h="6399152">
                <a:moveTo>
                  <a:pt x="0" y="0"/>
                </a:moveTo>
                <a:lnTo>
                  <a:pt x="4147926" y="0"/>
                </a:lnTo>
                <a:lnTo>
                  <a:pt x="4147926" y="5795922"/>
                </a:lnTo>
                <a:cubicBezTo>
                  <a:pt x="4147926" y="6129077"/>
                  <a:pt x="3877851" y="6399152"/>
                  <a:pt x="3544696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8CCA563-903D-4707-A09B-73AE7FD9F3E4}" type="datetime1">
              <a:rPr lang="en-US" smtClean="0"/>
              <a:t>2/19/2026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1647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2444857-0BC3-ACAE-DBB1-5D530AA35ED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46768" y="0"/>
            <a:ext cx="4145232" cy="6399152"/>
          </a:xfrm>
          <a:custGeom>
            <a:avLst/>
            <a:gdLst>
              <a:gd name="connsiteX0" fmla="*/ 0 w 4145232"/>
              <a:gd name="connsiteY0" fmla="*/ 0 h 6399152"/>
              <a:gd name="connsiteX1" fmla="*/ 4145232 w 4145232"/>
              <a:gd name="connsiteY1" fmla="*/ 0 h 6399152"/>
              <a:gd name="connsiteX2" fmla="*/ 4145232 w 4145232"/>
              <a:gd name="connsiteY2" fmla="*/ 6399152 h 6399152"/>
              <a:gd name="connsiteX3" fmla="*/ 603230 w 4145232"/>
              <a:gd name="connsiteY3" fmla="*/ 6399152 h 6399152"/>
              <a:gd name="connsiteX4" fmla="*/ 0 w 4145232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5232" h="6399152">
                <a:moveTo>
                  <a:pt x="0" y="0"/>
                </a:moveTo>
                <a:lnTo>
                  <a:pt x="4145232" y="0"/>
                </a:lnTo>
                <a:lnTo>
                  <a:pt x="4145232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F747B-DE86-4C56-A69A-2124AC6051DB}" type="datetime1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3988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6F26914B-7405-10AB-A859-8165D7B1A93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591300" cy="6410303"/>
          </a:xfrm>
          <a:custGeom>
            <a:avLst/>
            <a:gdLst>
              <a:gd name="connsiteX0" fmla="*/ 0 w 6591300"/>
              <a:gd name="connsiteY0" fmla="*/ 0 h 6410303"/>
              <a:gd name="connsiteX1" fmla="*/ 6591300 w 6591300"/>
              <a:gd name="connsiteY1" fmla="*/ 0 h 6410303"/>
              <a:gd name="connsiteX2" fmla="*/ 6591300 w 6591300"/>
              <a:gd name="connsiteY2" fmla="*/ 5807073 h 6410303"/>
              <a:gd name="connsiteX3" fmla="*/ 5988070 w 6591300"/>
              <a:gd name="connsiteY3" fmla="*/ 6410303 h 6410303"/>
              <a:gd name="connsiteX4" fmla="*/ 0 w 6591300"/>
              <a:gd name="connsiteY4" fmla="*/ 6410303 h 641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410303">
                <a:moveTo>
                  <a:pt x="0" y="0"/>
                </a:moveTo>
                <a:lnTo>
                  <a:pt x="6591300" y="0"/>
                </a:lnTo>
                <a:lnTo>
                  <a:pt x="6591300" y="5807073"/>
                </a:lnTo>
                <a:cubicBezTo>
                  <a:pt x="6591300" y="6140228"/>
                  <a:pt x="6321225" y="6410303"/>
                  <a:pt x="5988070" y="6410303"/>
                </a:cubicBezTo>
                <a:lnTo>
                  <a:pt x="0" y="6410303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B5E8E98-97C5-4AE8-8CC9-69C51FF1A0EF}" type="datetime1">
              <a:rPr lang="en-US" smtClean="0"/>
              <a:t>2/19/2026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9178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E823DF8-AABE-3B17-254E-81CD7CA2B5B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37594" y="0"/>
            <a:ext cx="6454406" cy="6399152"/>
          </a:xfrm>
          <a:custGeom>
            <a:avLst/>
            <a:gdLst>
              <a:gd name="connsiteX0" fmla="*/ 0 w 6454406"/>
              <a:gd name="connsiteY0" fmla="*/ 0 h 6399152"/>
              <a:gd name="connsiteX1" fmla="*/ 6454406 w 6454406"/>
              <a:gd name="connsiteY1" fmla="*/ 0 h 6399152"/>
              <a:gd name="connsiteX2" fmla="*/ 6454406 w 6454406"/>
              <a:gd name="connsiteY2" fmla="*/ 6399152 h 6399152"/>
              <a:gd name="connsiteX3" fmla="*/ 601995 w 6454406"/>
              <a:gd name="connsiteY3" fmla="*/ 6399152 h 6399152"/>
              <a:gd name="connsiteX4" fmla="*/ 0 w 6454406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6" h="6399152">
                <a:moveTo>
                  <a:pt x="0" y="0"/>
                </a:moveTo>
                <a:lnTo>
                  <a:pt x="6454406" y="0"/>
                </a:lnTo>
                <a:lnTo>
                  <a:pt x="6454406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24F82-DB30-4BD5-9E9D-AD825E313C84}" type="datetime1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48412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6B8A8E1B-B99E-8C69-154E-2FAADB07D51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591300" cy="6399152"/>
          </a:xfrm>
          <a:custGeom>
            <a:avLst/>
            <a:gdLst>
              <a:gd name="connsiteX0" fmla="*/ 0 w 6591300"/>
              <a:gd name="connsiteY0" fmla="*/ 0 h 6399152"/>
              <a:gd name="connsiteX1" fmla="*/ 6591300 w 6591300"/>
              <a:gd name="connsiteY1" fmla="*/ 0 h 6399152"/>
              <a:gd name="connsiteX2" fmla="*/ 6591300 w 6591300"/>
              <a:gd name="connsiteY2" fmla="*/ 5797156 h 6399152"/>
              <a:gd name="connsiteX3" fmla="*/ 5989304 w 6591300"/>
              <a:gd name="connsiteY3" fmla="*/ 6399152 h 6399152"/>
              <a:gd name="connsiteX4" fmla="*/ 0 w 6591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399152">
                <a:moveTo>
                  <a:pt x="0" y="0"/>
                </a:moveTo>
                <a:lnTo>
                  <a:pt x="6591300" y="0"/>
                </a:lnTo>
                <a:lnTo>
                  <a:pt x="6591300" y="5797156"/>
                </a:lnTo>
                <a:cubicBezTo>
                  <a:pt x="6591300" y="6129629"/>
                  <a:pt x="6321777" y="6399152"/>
                  <a:pt x="5989304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E7477ED-8564-46ED-8FFC-DE5A509699F3}" type="datetime1">
              <a:rPr lang="en-US" smtClean="0"/>
              <a:t>2/19/2026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0859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BD82EEA-7278-1A73-C95C-473F75B5404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37593" y="0"/>
            <a:ext cx="6454407" cy="6399152"/>
          </a:xfrm>
          <a:custGeom>
            <a:avLst/>
            <a:gdLst>
              <a:gd name="connsiteX0" fmla="*/ 0 w 6454407"/>
              <a:gd name="connsiteY0" fmla="*/ 0 h 6399152"/>
              <a:gd name="connsiteX1" fmla="*/ 6454407 w 6454407"/>
              <a:gd name="connsiteY1" fmla="*/ 0 h 6399152"/>
              <a:gd name="connsiteX2" fmla="*/ 6454407 w 6454407"/>
              <a:gd name="connsiteY2" fmla="*/ 6399152 h 6399152"/>
              <a:gd name="connsiteX3" fmla="*/ 601996 w 6454407"/>
              <a:gd name="connsiteY3" fmla="*/ 6399152 h 6399152"/>
              <a:gd name="connsiteX4" fmla="*/ 0 w 6454407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7" h="6399152">
                <a:moveTo>
                  <a:pt x="0" y="0"/>
                </a:moveTo>
                <a:lnTo>
                  <a:pt x="6454407" y="0"/>
                </a:lnTo>
                <a:lnTo>
                  <a:pt x="6454407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26781-2293-4754-A74B-94E6E7D7B311}" type="datetime1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4966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44EE1A0-D83B-FE6C-4495-F55C5070D5D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DFBFA6E-9D0B-474A-AFB9-4E0832448570}" type="datetime1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78614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8FA1BA0-D099-705F-F85E-3FBC782F765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502843" y="2"/>
            <a:ext cx="7689157" cy="6399151"/>
          </a:xfrm>
          <a:custGeom>
            <a:avLst/>
            <a:gdLst>
              <a:gd name="connsiteX0" fmla="*/ 0 w 7689157"/>
              <a:gd name="connsiteY0" fmla="*/ 0 h 6399151"/>
              <a:gd name="connsiteX1" fmla="*/ 7689157 w 7689157"/>
              <a:gd name="connsiteY1" fmla="*/ 0 h 6399151"/>
              <a:gd name="connsiteX2" fmla="*/ 7689157 w 7689157"/>
              <a:gd name="connsiteY2" fmla="*/ 6399151 h 6399151"/>
              <a:gd name="connsiteX3" fmla="*/ 601997 w 7689157"/>
              <a:gd name="connsiteY3" fmla="*/ 6399151 h 6399151"/>
              <a:gd name="connsiteX4" fmla="*/ 0 w 7689157"/>
              <a:gd name="connsiteY4" fmla="*/ 5797155 h 6399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1">
                <a:moveTo>
                  <a:pt x="0" y="0"/>
                </a:moveTo>
                <a:lnTo>
                  <a:pt x="7689157" y="0"/>
                </a:lnTo>
                <a:lnTo>
                  <a:pt x="7689157" y="6399151"/>
                </a:lnTo>
                <a:lnTo>
                  <a:pt x="601997" y="6399151"/>
                </a:lnTo>
                <a:cubicBezTo>
                  <a:pt x="269523" y="6399151"/>
                  <a:pt x="0" y="6129628"/>
                  <a:pt x="0" y="5797155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E767648-9FB3-40F4-8072-E80887331DF3}" type="datetime1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1485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8073E866-A871-62F7-1E54-F2A44278F83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007E99A-2976-4D79-B66C-833B4C12E9C9}" type="datetime1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51919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111854"/>
            <a:ext cx="3945468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84372" y="5111854"/>
            <a:ext cx="6168356" cy="138988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15B30A2-D0D1-DED2-1133-A673CEA16AE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1750040" cy="4724868"/>
          </a:xfrm>
          <a:custGeom>
            <a:avLst/>
            <a:gdLst>
              <a:gd name="connsiteX0" fmla="*/ 0 w 11750040"/>
              <a:gd name="connsiteY0" fmla="*/ 0 h 4724868"/>
              <a:gd name="connsiteX1" fmla="*/ 11750040 w 11750040"/>
              <a:gd name="connsiteY1" fmla="*/ 0 h 4724868"/>
              <a:gd name="connsiteX2" fmla="*/ 11750040 w 11750040"/>
              <a:gd name="connsiteY2" fmla="*/ 4122872 h 4724868"/>
              <a:gd name="connsiteX3" fmla="*/ 11148044 w 11750040"/>
              <a:gd name="connsiteY3" fmla="*/ 4724868 h 4724868"/>
              <a:gd name="connsiteX4" fmla="*/ 0 w 11750040"/>
              <a:gd name="connsiteY4" fmla="*/ 4724868 h 472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50040" h="4724868">
                <a:moveTo>
                  <a:pt x="0" y="0"/>
                </a:moveTo>
                <a:lnTo>
                  <a:pt x="11750040" y="0"/>
                </a:lnTo>
                <a:lnTo>
                  <a:pt x="11750040" y="4122872"/>
                </a:lnTo>
                <a:cubicBezTo>
                  <a:pt x="11750040" y="4455345"/>
                  <a:pt x="11480517" y="4724868"/>
                  <a:pt x="11148044" y="4724868"/>
                </a:cubicBezTo>
                <a:lnTo>
                  <a:pt x="0" y="4724868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DDD7D-A4A9-4042-8D3D-AF897B76225E}" type="datetime1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7832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696DEB7-ADC8-3E90-7A63-F11D6535D0E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1750040" cy="3806246"/>
          </a:xfrm>
          <a:custGeom>
            <a:avLst/>
            <a:gdLst>
              <a:gd name="connsiteX0" fmla="*/ 0 w 11733150"/>
              <a:gd name="connsiteY0" fmla="*/ 0 h 3806246"/>
              <a:gd name="connsiteX1" fmla="*/ 11733150 w 11733150"/>
              <a:gd name="connsiteY1" fmla="*/ 0 h 3806246"/>
              <a:gd name="connsiteX2" fmla="*/ 11733150 w 11733150"/>
              <a:gd name="connsiteY2" fmla="*/ 3204250 h 3806246"/>
              <a:gd name="connsiteX3" fmla="*/ 11131154 w 11733150"/>
              <a:gd name="connsiteY3" fmla="*/ 3806246 h 3806246"/>
              <a:gd name="connsiteX4" fmla="*/ 0 w 11733150"/>
              <a:gd name="connsiteY4" fmla="*/ 3806246 h 3806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3806246">
                <a:moveTo>
                  <a:pt x="0" y="0"/>
                </a:moveTo>
                <a:lnTo>
                  <a:pt x="11733150" y="0"/>
                </a:lnTo>
                <a:lnTo>
                  <a:pt x="11733150" y="3204250"/>
                </a:lnTo>
                <a:cubicBezTo>
                  <a:pt x="11733150" y="3536723"/>
                  <a:pt x="11463627" y="3806246"/>
                  <a:pt x="11131154" y="3806246"/>
                </a:cubicBezTo>
                <a:lnTo>
                  <a:pt x="0" y="3806246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A3D79-61FB-48D3-96EC-9D73986E2DB4}" type="datetime1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73362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0558516-7088-BB33-D6DC-15ED4C60CBA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1960" y="3067414"/>
            <a:ext cx="11750040" cy="3790586"/>
          </a:xfrm>
          <a:custGeom>
            <a:avLst/>
            <a:gdLst>
              <a:gd name="connsiteX0" fmla="*/ 603695 w 11750040"/>
              <a:gd name="connsiteY0" fmla="*/ 0 h 3790586"/>
              <a:gd name="connsiteX1" fmla="*/ 11750040 w 11750040"/>
              <a:gd name="connsiteY1" fmla="*/ 0 h 3790586"/>
              <a:gd name="connsiteX2" fmla="*/ 11750040 w 11750040"/>
              <a:gd name="connsiteY2" fmla="*/ 3790586 h 3790586"/>
              <a:gd name="connsiteX3" fmla="*/ 0 w 11750040"/>
              <a:gd name="connsiteY3" fmla="*/ 3790586 h 3790586"/>
              <a:gd name="connsiteX4" fmla="*/ 0 w 11750040"/>
              <a:gd name="connsiteY4" fmla="*/ 603695 h 3790586"/>
              <a:gd name="connsiteX5" fmla="*/ 603695 w 11750040"/>
              <a:gd name="connsiteY5" fmla="*/ 0 h 3790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750040" h="3790586">
                <a:moveTo>
                  <a:pt x="603695" y="0"/>
                </a:moveTo>
                <a:lnTo>
                  <a:pt x="11750040" y="0"/>
                </a:lnTo>
                <a:lnTo>
                  <a:pt x="11750040" y="3790586"/>
                </a:lnTo>
                <a:lnTo>
                  <a:pt x="0" y="3790586"/>
                </a:lnTo>
                <a:lnTo>
                  <a:pt x="0" y="603695"/>
                </a:lnTo>
                <a:cubicBezTo>
                  <a:pt x="0" y="270283"/>
                  <a:pt x="270283" y="0"/>
                  <a:pt x="603695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40460"/>
            <a:ext cx="3494314" cy="338328"/>
          </a:xfrm>
        </p:spPr>
        <p:txBody>
          <a:bodyPr/>
          <a:lstStyle/>
          <a:p>
            <a:fld id="{5E407E80-9270-4600-9E83-876C054EC0ED}" type="datetime1">
              <a:rPr lang="en-US" smtClean="0"/>
              <a:t>2/19/2026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40460"/>
            <a:ext cx="2805405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40460"/>
            <a:ext cx="429207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867396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C22D85-D675-737B-9F54-B9D7FC8191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828800"/>
            <a:ext cx="6707699" cy="5029200"/>
          </a:xfrm>
          <a:custGeom>
            <a:avLst/>
            <a:gdLst>
              <a:gd name="connsiteX0" fmla="*/ 0 w 6707699"/>
              <a:gd name="connsiteY0" fmla="*/ 0 h 5029200"/>
              <a:gd name="connsiteX1" fmla="*/ 6129259 w 6707699"/>
              <a:gd name="connsiteY1" fmla="*/ 0 h 5029200"/>
              <a:gd name="connsiteX2" fmla="*/ 6707699 w 6707699"/>
              <a:gd name="connsiteY2" fmla="*/ 578440 h 5029200"/>
              <a:gd name="connsiteX3" fmla="*/ 6707699 w 6707699"/>
              <a:gd name="connsiteY3" fmla="*/ 5029200 h 5029200"/>
              <a:gd name="connsiteX4" fmla="*/ 0 w 6707699"/>
              <a:gd name="connsiteY4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07699" h="5029200">
                <a:moveTo>
                  <a:pt x="0" y="0"/>
                </a:moveTo>
                <a:lnTo>
                  <a:pt x="6129259" y="0"/>
                </a:lnTo>
                <a:cubicBezTo>
                  <a:pt x="6448723" y="0"/>
                  <a:pt x="6707699" y="258976"/>
                  <a:pt x="6707699" y="578440"/>
                </a:cubicBezTo>
                <a:lnTo>
                  <a:pt x="6707699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89302" y="1828800"/>
            <a:ext cx="4196146" cy="45037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89302" y="6492240"/>
            <a:ext cx="1280160" cy="338328"/>
          </a:xfrm>
        </p:spPr>
        <p:txBody>
          <a:bodyPr/>
          <a:lstStyle/>
          <a:p>
            <a:fld id="{7A043757-40C8-48EB-A459-80D3B00F0BCB}" type="datetime1">
              <a:rPr lang="en-US" smtClean="0"/>
              <a:t>2/19/2026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462" y="6492240"/>
            <a:ext cx="288855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13182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C202BC3A-8633-9F03-1586-99447DA1CFF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293496"/>
            <a:ext cx="5285232" cy="4564504"/>
          </a:xfrm>
          <a:custGeom>
            <a:avLst/>
            <a:gdLst>
              <a:gd name="connsiteX0" fmla="*/ 0 w 5285232"/>
              <a:gd name="connsiteY0" fmla="*/ 0 h 4564504"/>
              <a:gd name="connsiteX1" fmla="*/ 4706792 w 5285232"/>
              <a:gd name="connsiteY1" fmla="*/ 0 h 4564504"/>
              <a:gd name="connsiteX2" fmla="*/ 5285232 w 5285232"/>
              <a:gd name="connsiteY2" fmla="*/ 578440 h 4564504"/>
              <a:gd name="connsiteX3" fmla="*/ 5285232 w 5285232"/>
              <a:gd name="connsiteY3" fmla="*/ 4564504 h 4564504"/>
              <a:gd name="connsiteX4" fmla="*/ 0 w 5285232"/>
              <a:gd name="connsiteY4" fmla="*/ 4564504 h 4564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85232" h="4564504">
                <a:moveTo>
                  <a:pt x="0" y="0"/>
                </a:moveTo>
                <a:lnTo>
                  <a:pt x="4706792" y="0"/>
                </a:lnTo>
                <a:cubicBezTo>
                  <a:pt x="5026256" y="0"/>
                  <a:pt x="5285232" y="258976"/>
                  <a:pt x="5285232" y="578440"/>
                </a:cubicBezTo>
                <a:lnTo>
                  <a:pt x="5285232" y="4564504"/>
                </a:lnTo>
                <a:lnTo>
                  <a:pt x="0" y="4564504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492240"/>
            <a:ext cx="2651760" cy="338328"/>
          </a:xfrm>
        </p:spPr>
        <p:txBody>
          <a:bodyPr/>
          <a:lstStyle/>
          <a:p>
            <a:fld id="{D0304CB2-AF95-4B6C-81FD-EF29E4F12940}" type="datetime1">
              <a:rPr lang="en-US" smtClean="0"/>
              <a:t>2/19/2026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6703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E211327B-3880-6494-1C8F-EEE1BF913B8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293494"/>
            <a:ext cx="4176819" cy="4564506"/>
          </a:xfrm>
          <a:custGeom>
            <a:avLst/>
            <a:gdLst>
              <a:gd name="connsiteX0" fmla="*/ 0 w 4176819"/>
              <a:gd name="connsiteY0" fmla="*/ 0 h 4564506"/>
              <a:gd name="connsiteX1" fmla="*/ 3598379 w 4176819"/>
              <a:gd name="connsiteY1" fmla="*/ 0 h 4564506"/>
              <a:gd name="connsiteX2" fmla="*/ 4176819 w 4176819"/>
              <a:gd name="connsiteY2" fmla="*/ 578440 h 4564506"/>
              <a:gd name="connsiteX3" fmla="*/ 4176819 w 4176819"/>
              <a:gd name="connsiteY3" fmla="*/ 4564506 h 4564506"/>
              <a:gd name="connsiteX4" fmla="*/ 0 w 4176819"/>
              <a:gd name="connsiteY4" fmla="*/ 4564506 h 4564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76819" h="4564506">
                <a:moveTo>
                  <a:pt x="0" y="0"/>
                </a:moveTo>
                <a:lnTo>
                  <a:pt x="3598379" y="0"/>
                </a:lnTo>
                <a:cubicBezTo>
                  <a:pt x="3917843" y="0"/>
                  <a:pt x="4176819" y="258976"/>
                  <a:pt x="4176819" y="578440"/>
                </a:cubicBezTo>
                <a:lnTo>
                  <a:pt x="4176819" y="4564506"/>
                </a:lnTo>
                <a:lnTo>
                  <a:pt x="0" y="4564506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15073" y="6492240"/>
            <a:ext cx="2843784" cy="338328"/>
          </a:xfrm>
        </p:spPr>
        <p:txBody>
          <a:bodyPr/>
          <a:lstStyle/>
          <a:p>
            <a:fld id="{FD636673-28CE-4CCE-80FB-7124C935A31A}" type="datetime1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6595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6EF0D11-5ED9-D2C8-48DF-CDDD85CEAC2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C62E16-021E-429D-57AF-0AC1B266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4809744"/>
            <a:ext cx="9345168" cy="122529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5285B4-939B-FC12-E19A-F30DFE493F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603504"/>
            <a:ext cx="11201400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800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53913C-4E7F-A6E2-8028-C03CFD32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802264-EF96-4074-A671-AB5D99F5E332}" type="datetime1">
              <a:rPr lang="en-US" smtClean="0"/>
              <a:t>2/19/2026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25984-1615-5B69-4A65-E3A7E6508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A6A07C-51B6-897B-8C81-FBA62CFE4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15392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62E16-021E-429D-57AF-0AC1B266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4873752"/>
            <a:ext cx="8439912" cy="14904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dirty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5285B4-939B-FC12-E19A-F30DFE493F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9496" y="420624"/>
            <a:ext cx="11100816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buNone/>
              <a:defRPr lang="en-US" sz="27800" dirty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53913C-4E7F-A6E2-8028-C03CFD32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B84F615-9106-410C-834A-3DBE51A81CC1}" type="datetime1">
              <a:rPr lang="en-US" smtClean="0"/>
              <a:t>2/19/2026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25984-1615-5B69-4A65-E3A7E6508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A6A07C-51B6-897B-8C81-FBA62CFE4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31367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0EA1A10B-111C-8469-40F7-C3551BB027D0}"/>
              </a:ext>
            </a:extLst>
          </p:cNvPr>
          <p:cNvSpPr/>
          <p:nvPr/>
        </p:nvSpPr>
        <p:spPr>
          <a:xfrm>
            <a:off x="1" y="4783948"/>
            <a:ext cx="11762231" cy="2074052"/>
          </a:xfrm>
          <a:custGeom>
            <a:avLst/>
            <a:gdLst>
              <a:gd name="connsiteX0" fmla="*/ 0 w 11762231"/>
              <a:gd name="connsiteY0" fmla="*/ 0 h 2074052"/>
              <a:gd name="connsiteX1" fmla="*/ 112775 w 11762231"/>
              <a:gd name="connsiteY1" fmla="*/ 0 h 2074052"/>
              <a:gd name="connsiteX2" fmla="*/ 11102489 w 11762231"/>
              <a:gd name="connsiteY2" fmla="*/ 0 h 2074052"/>
              <a:gd name="connsiteX3" fmla="*/ 11437005 w 11762231"/>
              <a:gd name="connsiteY3" fmla="*/ 0 h 2074052"/>
              <a:gd name="connsiteX4" fmla="*/ 11762231 w 11762231"/>
              <a:gd name="connsiteY4" fmla="*/ 325226 h 2074052"/>
              <a:gd name="connsiteX5" fmla="*/ 11762231 w 11762231"/>
              <a:gd name="connsiteY5" fmla="*/ 2074052 h 2074052"/>
              <a:gd name="connsiteX6" fmla="*/ 11427715 w 11762231"/>
              <a:gd name="connsiteY6" fmla="*/ 2074052 h 2074052"/>
              <a:gd name="connsiteX7" fmla="*/ 112775 w 11762231"/>
              <a:gd name="connsiteY7" fmla="*/ 2074052 h 2074052"/>
              <a:gd name="connsiteX8" fmla="*/ 0 w 11762231"/>
              <a:gd name="connsiteY8" fmla="*/ 2074052 h 2074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62231" h="2074052">
                <a:moveTo>
                  <a:pt x="0" y="0"/>
                </a:moveTo>
                <a:lnTo>
                  <a:pt x="112775" y="0"/>
                </a:lnTo>
                <a:lnTo>
                  <a:pt x="11102489" y="0"/>
                </a:lnTo>
                <a:lnTo>
                  <a:pt x="11437005" y="0"/>
                </a:lnTo>
                <a:cubicBezTo>
                  <a:pt x="11616622" y="0"/>
                  <a:pt x="11762231" y="145609"/>
                  <a:pt x="11762231" y="325226"/>
                </a:cubicBezTo>
                <a:lnTo>
                  <a:pt x="11762231" y="2074052"/>
                </a:lnTo>
                <a:lnTo>
                  <a:pt x="11427715" y="2074052"/>
                </a:lnTo>
                <a:lnTo>
                  <a:pt x="112775" y="2074052"/>
                </a:lnTo>
                <a:lnTo>
                  <a:pt x="0" y="2074052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C62E16-021E-429D-57AF-0AC1B266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4873752"/>
            <a:ext cx="8439912" cy="1591056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20000"/>
              </a:lnSpc>
              <a:defRPr lang="en-US" sz="2800" dirty="0"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5285B4-939B-FC12-E19A-F30DFE493F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9496" y="420624"/>
            <a:ext cx="11100816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buNone/>
              <a:defRPr lang="en-US" sz="27800" dirty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53913C-4E7F-A6E2-8028-C03CFD32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D5A920F-C91E-4FD9-A8A8-AC96444816EA}" type="datetime1">
              <a:rPr lang="en-US" smtClean="0"/>
              <a:t>2/19/2026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25984-1615-5B69-4A65-E3A7E6508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0768" y="6492240"/>
            <a:ext cx="266090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A6A07C-51B6-897B-8C81-FBA62CFE4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3112" y="6492240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1700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F91DA-BC67-4FFF-80B3-6A83720BA580}" type="datetime1">
              <a:rPr lang="en-US" smtClean="0"/>
              <a:t>2/19/2026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987552"/>
            <a:ext cx="10149840" cy="4846320"/>
          </a:xfrm>
        </p:spPr>
        <p:txBody>
          <a:bodyPr anchor="ctr">
            <a:normAutofit/>
          </a:bodyPr>
          <a:lstStyle>
            <a:lvl1pPr marL="0" indent="0">
              <a:lnSpc>
                <a:spcPct val="110000"/>
              </a:lnSpc>
              <a:buNone/>
              <a:defRPr sz="4400" b="0" cap="all" baseline="0">
                <a:solidFill>
                  <a:schemeClr val="accent1"/>
                </a:solidFill>
              </a:defRPr>
            </a:lvl1pPr>
            <a:lvl2pPr marL="228600" indent="0">
              <a:lnSpc>
                <a:spcPct val="110000"/>
              </a:lnSpc>
              <a:buNone/>
              <a:defRPr sz="4000" b="0" cap="all" baseline="0">
                <a:solidFill>
                  <a:schemeClr val="accent1"/>
                </a:solidFill>
              </a:defRPr>
            </a:lvl2pPr>
            <a:lvl3pPr marL="457200" indent="0">
              <a:lnSpc>
                <a:spcPct val="110000"/>
              </a:lnSpc>
              <a:buNone/>
              <a:defRPr sz="3600" b="0" cap="all" baseline="0">
                <a:solidFill>
                  <a:schemeClr val="accent1"/>
                </a:solidFill>
              </a:defRPr>
            </a:lvl3pPr>
            <a:lvl4pPr marL="685800" indent="0">
              <a:lnSpc>
                <a:spcPct val="110000"/>
              </a:lnSpc>
              <a:buNone/>
              <a:defRPr sz="3200" b="0" cap="all" baseline="0">
                <a:solidFill>
                  <a:schemeClr val="accent1"/>
                </a:solidFill>
              </a:defRPr>
            </a:lvl4pPr>
            <a:lvl5pPr marL="914400" indent="0">
              <a:lnSpc>
                <a:spcPct val="110000"/>
              </a:lnSpc>
              <a:buNone/>
              <a:defRPr sz="2800" b="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9206810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15565DD7-EB64-4BFE-B850-4043488A7CD8}" type="datetime1">
              <a:rPr lang="en-US" smtClean="0"/>
              <a:t>2/19/2026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630936"/>
            <a:ext cx="844905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10000"/>
              </a:lnSpc>
              <a:buNone/>
              <a:defRPr sz="5400" b="0" cap="none" baseline="0">
                <a:solidFill>
                  <a:schemeClr val="accent1"/>
                </a:solidFill>
              </a:defRPr>
            </a:lvl1pPr>
            <a:lvl2pPr marL="228600" indent="0">
              <a:lnSpc>
                <a:spcPct val="110000"/>
              </a:lnSpc>
              <a:buNone/>
              <a:defRPr sz="4800" b="0" cap="none" baseline="0">
                <a:solidFill>
                  <a:schemeClr val="accent1"/>
                </a:solidFill>
              </a:defRPr>
            </a:lvl2pPr>
            <a:lvl3pPr marL="457200" indent="0">
              <a:lnSpc>
                <a:spcPct val="110000"/>
              </a:lnSpc>
              <a:buNone/>
              <a:defRPr sz="4400" b="0" cap="none" baseline="0">
                <a:solidFill>
                  <a:schemeClr val="accent1"/>
                </a:solidFill>
              </a:defRPr>
            </a:lvl3pPr>
            <a:lvl4pPr marL="685800" indent="0">
              <a:lnSpc>
                <a:spcPct val="110000"/>
              </a:lnSpc>
              <a:buNone/>
              <a:defRPr sz="4000" b="0" cap="none" baseline="0">
                <a:solidFill>
                  <a:schemeClr val="accent1"/>
                </a:solidFill>
              </a:defRPr>
            </a:lvl4pPr>
            <a:lvl5pPr marL="914400" indent="0">
              <a:lnSpc>
                <a:spcPct val="110000"/>
              </a:lnSpc>
              <a:buNone/>
              <a:defRPr sz="3600" b="0" cap="none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169664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60B29AE-EBEF-71CC-AE38-3B2CD14FCA19}"/>
              </a:ext>
            </a:extLst>
          </p:cNvPr>
          <p:cNvSpPr/>
          <p:nvPr/>
        </p:nvSpPr>
        <p:spPr>
          <a:xfrm rot="5400000" flipV="1">
            <a:off x="-2566724" y="2566724"/>
            <a:ext cx="6399213" cy="1265765"/>
          </a:xfrm>
          <a:custGeom>
            <a:avLst/>
            <a:gdLst>
              <a:gd name="connsiteX0" fmla="*/ 0 w 6399213"/>
              <a:gd name="connsiteY0" fmla="*/ 0 h 1265765"/>
              <a:gd name="connsiteX1" fmla="*/ 0 w 6399213"/>
              <a:gd name="connsiteY1" fmla="*/ 1265765 h 1265765"/>
              <a:gd name="connsiteX2" fmla="*/ 5982881 w 6399213"/>
              <a:gd name="connsiteY2" fmla="*/ 1265765 h 1265765"/>
              <a:gd name="connsiteX3" fmla="*/ 6399213 w 6399213"/>
              <a:gd name="connsiteY3" fmla="*/ 849433 h 1265765"/>
              <a:gd name="connsiteX4" fmla="*/ 6399213 w 6399213"/>
              <a:gd name="connsiteY4" fmla="*/ 0 h 1265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99213" h="1265765">
                <a:moveTo>
                  <a:pt x="0" y="0"/>
                </a:moveTo>
                <a:lnTo>
                  <a:pt x="0" y="1265765"/>
                </a:lnTo>
                <a:lnTo>
                  <a:pt x="5982881" y="1265765"/>
                </a:lnTo>
                <a:cubicBezTo>
                  <a:pt x="6212815" y="1265765"/>
                  <a:pt x="6399213" y="1079367"/>
                  <a:pt x="6399213" y="849433"/>
                </a:cubicBezTo>
                <a:lnTo>
                  <a:pt x="6399213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2C979-2DBB-4FF5-B773-BBC906FD5969}" type="datetime1">
              <a:rPr lang="en-US" smtClean="0"/>
              <a:t>2/19/2026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98217" y="877824"/>
            <a:ext cx="8046720" cy="5065776"/>
          </a:xfrm>
        </p:spPr>
        <p:txBody>
          <a:bodyPr anchor="ctr">
            <a:normAutofit/>
          </a:bodyPr>
          <a:lstStyle>
            <a:lvl1pPr marL="0" indent="0">
              <a:lnSpc>
                <a:spcPct val="110000"/>
              </a:lnSpc>
              <a:buNone/>
              <a:defRPr sz="5400" b="0"/>
            </a:lvl1pPr>
            <a:lvl2pPr marL="228600" indent="0">
              <a:lnSpc>
                <a:spcPct val="110000"/>
              </a:lnSpc>
              <a:buNone/>
              <a:defRPr sz="4800" b="0"/>
            </a:lvl2pPr>
            <a:lvl3pPr marL="457200" indent="0">
              <a:lnSpc>
                <a:spcPct val="110000"/>
              </a:lnSpc>
              <a:buNone/>
              <a:defRPr sz="4400" b="0"/>
            </a:lvl3pPr>
            <a:lvl4pPr marL="685800" indent="0">
              <a:lnSpc>
                <a:spcPct val="110000"/>
              </a:lnSpc>
              <a:buNone/>
              <a:defRPr sz="4000" b="0"/>
            </a:lvl4pPr>
            <a:lvl5pPr marL="914400" indent="0">
              <a:lnSpc>
                <a:spcPct val="110000"/>
              </a:lnSpc>
              <a:buNone/>
              <a:defRPr sz="3600" b="0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9481292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CEC059F-651D-D540-DF60-D6361D9C716B}"/>
              </a:ext>
            </a:extLst>
          </p:cNvPr>
          <p:cNvSpPr/>
          <p:nvPr/>
        </p:nvSpPr>
        <p:spPr>
          <a:xfrm flipV="1">
            <a:off x="1" y="6099048"/>
            <a:ext cx="10487111" cy="758952"/>
          </a:xfrm>
          <a:custGeom>
            <a:avLst/>
            <a:gdLst>
              <a:gd name="connsiteX0" fmla="*/ 0 w 10487111"/>
              <a:gd name="connsiteY0" fmla="*/ 758952 h 758952"/>
              <a:gd name="connsiteX1" fmla="*/ 10070779 w 10487111"/>
              <a:gd name="connsiteY1" fmla="*/ 758952 h 758952"/>
              <a:gd name="connsiteX2" fmla="*/ 10487111 w 10487111"/>
              <a:gd name="connsiteY2" fmla="*/ 342620 h 758952"/>
              <a:gd name="connsiteX3" fmla="*/ 10487111 w 10487111"/>
              <a:gd name="connsiteY3" fmla="*/ 0 h 758952"/>
              <a:gd name="connsiteX4" fmla="*/ 0 w 10487111"/>
              <a:gd name="connsiteY4" fmla="*/ 0 h 758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87111" h="758952">
                <a:moveTo>
                  <a:pt x="0" y="758952"/>
                </a:moveTo>
                <a:lnTo>
                  <a:pt x="10070779" y="758952"/>
                </a:lnTo>
                <a:cubicBezTo>
                  <a:pt x="10300713" y="758952"/>
                  <a:pt x="10487111" y="572554"/>
                  <a:pt x="10487111" y="342620"/>
                </a:cubicBezTo>
                <a:lnTo>
                  <a:pt x="10487111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984F2-69E3-42EA-A769-C3221255F524}" type="datetime1">
              <a:rPr lang="en-US" smtClean="0"/>
              <a:t>2/19/2026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68312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0656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1596767"/>
            <a:ext cx="9848088" cy="3767328"/>
          </a:xfrm>
        </p:spPr>
        <p:txBody>
          <a:bodyPr anchor="b">
            <a:normAutofit/>
          </a:bodyPr>
          <a:lstStyle>
            <a:lvl1pPr marL="0" indent="0">
              <a:lnSpc>
                <a:spcPct val="110000"/>
              </a:lnSpc>
              <a:buNone/>
              <a:defRPr sz="6000" b="0">
                <a:solidFill>
                  <a:schemeClr val="accent1"/>
                </a:solidFill>
              </a:defRPr>
            </a:lvl1pPr>
            <a:lvl2pPr marL="228600" indent="0">
              <a:lnSpc>
                <a:spcPct val="110000"/>
              </a:lnSpc>
              <a:buNone/>
              <a:defRPr sz="5400" b="0">
                <a:solidFill>
                  <a:schemeClr val="accent1"/>
                </a:solidFill>
              </a:defRPr>
            </a:lvl2pPr>
            <a:lvl3pPr marL="457200" indent="0">
              <a:lnSpc>
                <a:spcPct val="110000"/>
              </a:lnSpc>
              <a:buNone/>
              <a:defRPr sz="4800" b="0">
                <a:solidFill>
                  <a:schemeClr val="accent1"/>
                </a:solidFill>
              </a:defRPr>
            </a:lvl3pPr>
            <a:lvl4pPr marL="685800" indent="0">
              <a:lnSpc>
                <a:spcPct val="110000"/>
              </a:lnSpc>
              <a:buNone/>
              <a:defRPr sz="4400" b="0">
                <a:solidFill>
                  <a:schemeClr val="accent1"/>
                </a:solidFill>
              </a:defRPr>
            </a:lvl4pPr>
            <a:lvl5pPr marL="914400" indent="0">
              <a:lnSpc>
                <a:spcPct val="110000"/>
              </a:lnSpc>
              <a:buNone/>
              <a:defRPr sz="40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9825791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18488" y="5376672"/>
            <a:ext cx="9079992" cy="466344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20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50CCE4-9136-9EA6-8630-92DA75F38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21600-2F49-4BDF-9F00-79A81477383F}" type="datetime1">
              <a:rPr lang="en-US" smtClean="0"/>
              <a:t>2/19/2026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66F519-3A11-8ACC-F11B-0C5B8388C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677173-46BB-8B19-DE87-86D46A98F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527048"/>
            <a:ext cx="9198864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1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</p:spTree>
    <p:extLst>
      <p:ext uri="{BB962C8B-B14F-4D97-AF65-F5344CB8AC3E}">
        <p14:creationId xmlns:p14="http://schemas.microsoft.com/office/powerpoint/2010/main" val="82145850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AF1DAFD-6C43-776A-EDEF-047653131661}"/>
              </a:ext>
            </a:extLst>
          </p:cNvPr>
          <p:cNvSpPr/>
          <p:nvPr/>
        </p:nvSpPr>
        <p:spPr>
          <a:xfrm flipV="1">
            <a:off x="0" y="823828"/>
            <a:ext cx="11385608" cy="6034172"/>
          </a:xfrm>
          <a:custGeom>
            <a:avLst/>
            <a:gdLst>
              <a:gd name="connsiteX0" fmla="*/ 0 w 11385608"/>
              <a:gd name="connsiteY0" fmla="*/ 6034172 h 6034172"/>
              <a:gd name="connsiteX1" fmla="*/ 10969276 w 11385608"/>
              <a:gd name="connsiteY1" fmla="*/ 6034172 h 6034172"/>
              <a:gd name="connsiteX2" fmla="*/ 11385608 w 11385608"/>
              <a:gd name="connsiteY2" fmla="*/ 5617840 h 6034172"/>
              <a:gd name="connsiteX3" fmla="*/ 11385608 w 11385608"/>
              <a:gd name="connsiteY3" fmla="*/ 0 h 6034172"/>
              <a:gd name="connsiteX4" fmla="*/ 0 w 11385608"/>
              <a:gd name="connsiteY4" fmla="*/ 0 h 6034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85608" h="6034172">
                <a:moveTo>
                  <a:pt x="0" y="6034172"/>
                </a:moveTo>
                <a:lnTo>
                  <a:pt x="10969276" y="6034172"/>
                </a:lnTo>
                <a:cubicBezTo>
                  <a:pt x="11199210" y="6034172"/>
                  <a:pt x="11385608" y="5847774"/>
                  <a:pt x="11385608" y="5617840"/>
                </a:cubicBezTo>
                <a:lnTo>
                  <a:pt x="1138560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928" y="5148072"/>
            <a:ext cx="8366760" cy="118872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50CCE4-9136-9EA6-8630-92DA75F38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23558-A89A-4F39-900D-C4A4FDA1B2E7}" type="datetime1">
              <a:rPr lang="en-US" smtClean="0"/>
              <a:t>2/19/2026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66F519-3A11-8ACC-F11B-0C5B8388C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8512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677173-46BB-8B19-DE87-86D46A98F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0856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1783080"/>
            <a:ext cx="8503920" cy="3209544"/>
          </a:xfrm>
        </p:spPr>
        <p:txBody>
          <a:bodyPr anchor="t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</p:spTree>
    <p:extLst>
      <p:ext uri="{BB962C8B-B14F-4D97-AF65-F5344CB8AC3E}">
        <p14:creationId xmlns:p14="http://schemas.microsoft.com/office/powerpoint/2010/main" val="18410767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25BDAC2-53C5-6F8B-7446-54D1152EB91B}"/>
              </a:ext>
            </a:extLst>
          </p:cNvPr>
          <p:cNvSpPr/>
          <p:nvPr/>
        </p:nvSpPr>
        <p:spPr>
          <a:xfrm>
            <a:off x="0" y="0"/>
            <a:ext cx="11385608" cy="5084064"/>
          </a:xfrm>
          <a:custGeom>
            <a:avLst/>
            <a:gdLst>
              <a:gd name="connsiteX0" fmla="*/ 0 w 11385608"/>
              <a:gd name="connsiteY0" fmla="*/ 0 h 5084064"/>
              <a:gd name="connsiteX1" fmla="*/ 11385608 w 11385608"/>
              <a:gd name="connsiteY1" fmla="*/ 0 h 5084064"/>
              <a:gd name="connsiteX2" fmla="*/ 11385608 w 11385608"/>
              <a:gd name="connsiteY2" fmla="*/ 4562110 h 5084064"/>
              <a:gd name="connsiteX3" fmla="*/ 10863655 w 11385608"/>
              <a:gd name="connsiteY3" fmla="*/ 5084064 h 5084064"/>
              <a:gd name="connsiteX4" fmla="*/ 0 w 11385608"/>
              <a:gd name="connsiteY4" fmla="*/ 5084064 h 5084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85608" h="5084064">
                <a:moveTo>
                  <a:pt x="0" y="0"/>
                </a:moveTo>
                <a:lnTo>
                  <a:pt x="11385608" y="0"/>
                </a:lnTo>
                <a:lnTo>
                  <a:pt x="11385608" y="4562110"/>
                </a:lnTo>
                <a:cubicBezTo>
                  <a:pt x="11385608" y="4850377"/>
                  <a:pt x="11151922" y="5084064"/>
                  <a:pt x="10863655" y="5084064"/>
                </a:cubicBezTo>
                <a:lnTo>
                  <a:pt x="0" y="5084064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928" y="5449824"/>
            <a:ext cx="9546336" cy="905256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50CCE4-9136-9EA6-8630-92DA75F38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2020B-CB60-4281-A570-6300974B7A2E}" type="datetime1">
              <a:rPr lang="en-US" smtClean="0"/>
              <a:t>2/19/2026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66F519-3A11-8ACC-F11B-0C5B8388C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8512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677173-46BB-8B19-DE87-86D46A98F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0856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530352"/>
            <a:ext cx="9683496" cy="3950208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10000"/>
              </a:lnSpc>
              <a:spcBef>
                <a:spcPts val="0"/>
              </a:spcBef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</p:spTree>
    <p:extLst>
      <p:ext uri="{BB962C8B-B14F-4D97-AF65-F5344CB8AC3E}">
        <p14:creationId xmlns:p14="http://schemas.microsoft.com/office/powerpoint/2010/main" val="40425122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7784" y="4965192"/>
            <a:ext cx="8339328" cy="128930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1033272"/>
            <a:ext cx="8467344" cy="3931920"/>
          </a:xfrm>
        </p:spPr>
        <p:txBody>
          <a:bodyPr anchor="b">
            <a:normAutofit/>
          </a:bodyPr>
          <a:lstStyle>
            <a:lvl1pPr marL="137160" indent="-137160">
              <a:lnSpc>
                <a:spcPct val="110000"/>
              </a:lnSpc>
              <a:spcBef>
                <a:spcPts val="0"/>
              </a:spcBef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554EA42-18F1-82AE-02C3-B2B2A57AD70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55215D8-97AA-4B85-B7A0-A02F39368DA3}" type="datetime1">
              <a:rPr lang="en-US" smtClean="0"/>
              <a:t>2/19/2026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8AE5996-C1E5-AFF0-1C20-EFDC871179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8ACF18-7D60-FEE3-1B8D-6E5F51611A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6077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78C515B-8D5A-0268-9044-7B2013C87E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9767" y="2020825"/>
            <a:ext cx="5212208" cy="428472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3C7061A-8ED7-8B72-BD2B-2DF67F8C7A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622" y="2020822"/>
            <a:ext cx="5212208" cy="428472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5CE14-1FF6-4074-BE8F-BABA3B0759C8}" type="datetime1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66258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211279F-0D05-3637-19CD-29468F4DD2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1134"/>
            <a:ext cx="5211762" cy="43431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1B170DE-636A-B1A9-2EAB-C426DBFB3E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71389-0C57-4856-A530-D0CC79ABF97F}" type="datetime1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88862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13EFD-DF71-4A7D-9C47-1BBDB138B295}" type="datetime1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52117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BE319-9B1C-4A02-A60F-55C05B841F00}" type="datetime1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6632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9" y="2311121"/>
            <a:ext cx="3309608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6995" y="553616"/>
            <a:ext cx="6466741" cy="575256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F397E-666B-470F-A253-6BE6BC97EEBE}" type="datetime1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18508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713996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FA23F0E6-EDAF-3A7F-5EC8-F911E9AE48E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02843" y="0"/>
            <a:ext cx="7689157" cy="6399152"/>
          </a:xfrm>
          <a:custGeom>
            <a:avLst/>
            <a:gdLst>
              <a:gd name="connsiteX0" fmla="*/ 0 w 7689157"/>
              <a:gd name="connsiteY0" fmla="*/ 0 h 6399152"/>
              <a:gd name="connsiteX1" fmla="*/ 7689157 w 7689157"/>
              <a:gd name="connsiteY1" fmla="*/ 0 h 6399152"/>
              <a:gd name="connsiteX2" fmla="*/ 7689157 w 7689157"/>
              <a:gd name="connsiteY2" fmla="*/ 6399152 h 6399152"/>
              <a:gd name="connsiteX3" fmla="*/ 578440 w 7689157"/>
              <a:gd name="connsiteY3" fmla="*/ 6399152 h 6399152"/>
              <a:gd name="connsiteX4" fmla="*/ 0 w 7689157"/>
              <a:gd name="connsiteY4" fmla="*/ 582071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2">
                <a:moveTo>
                  <a:pt x="0" y="0"/>
                </a:moveTo>
                <a:lnTo>
                  <a:pt x="7689157" y="0"/>
                </a:lnTo>
                <a:lnTo>
                  <a:pt x="7689157" y="6399152"/>
                </a:lnTo>
                <a:lnTo>
                  <a:pt x="578440" y="6399152"/>
                </a:lnTo>
                <a:cubicBezTo>
                  <a:pt x="258976" y="6399152"/>
                  <a:pt x="0" y="6140176"/>
                  <a:pt x="0" y="5820712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249CC-ABEB-43E4-956A-E3EA25785381}" type="datetime1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25909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rmAutofit/>
          </a:bodyPr>
          <a:lstStyle>
            <a:lvl1pPr>
              <a:defRPr sz="6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E689B-95F7-4D9F-8FA3-5EAD5F062125}" type="datetime1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890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8430768" cy="18288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EC20F-E1D8-4943-B054-6F2B6C10D630}" type="datetime1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2325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4">
            <a:lum/>
          </a:blip>
          <a:srcRect/>
          <a:stretch>
            <a:fillRect t="-21000" b="-2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83464"/>
            <a:ext cx="10652760" cy="9692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8" y="1380744"/>
            <a:ext cx="10652760" cy="4901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9768" y="6492240"/>
            <a:ext cx="28437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F7F99000-8DC5-4FAA-962C-D38BB4F2BF7D}" type="datetime1">
              <a:rPr lang="en-US" smtClean="0"/>
              <a:t>2/19/2026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97112" y="6492240"/>
            <a:ext cx="266090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9456" y="6492240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307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3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  <p:sldLayoutId id="2147483768" r:id="rId18"/>
    <p:sldLayoutId id="2147483769" r:id="rId19"/>
    <p:sldLayoutId id="2147483770" r:id="rId20"/>
    <p:sldLayoutId id="2147483771" r:id="rId21"/>
    <p:sldLayoutId id="2147483772" r:id="rId22"/>
    <p:sldLayoutId id="2147483773" r:id="rId23"/>
    <p:sldLayoutId id="2147483774" r:id="rId24"/>
    <p:sldLayoutId id="2147483775" r:id="rId25"/>
    <p:sldLayoutId id="2147483776" r:id="rId26"/>
    <p:sldLayoutId id="2147483777" r:id="rId27"/>
    <p:sldLayoutId id="2147483778" r:id="rId28"/>
    <p:sldLayoutId id="2147483779" r:id="rId29"/>
    <p:sldLayoutId id="2147483780" r:id="rId30"/>
    <p:sldLayoutId id="2147483781" r:id="rId31"/>
    <p:sldLayoutId id="2147483782" r:id="rId32"/>
    <p:sldLayoutId id="2147483783" r:id="rId33"/>
    <p:sldLayoutId id="2147483784" r:id="rId34"/>
    <p:sldLayoutId id="2147483785" r:id="rId35"/>
    <p:sldLayoutId id="2147483786" r:id="rId36"/>
    <p:sldLayoutId id="2147483787" r:id="rId37"/>
    <p:sldLayoutId id="2147483788" r:id="rId38"/>
    <p:sldLayoutId id="2147483789" r:id="rId39"/>
    <p:sldLayoutId id="2147483790" r:id="rId40"/>
    <p:sldLayoutId id="2147483791" r:id="rId41"/>
    <p:sldLayoutId id="2147483792" r:id="rId42"/>
    <p:sldLayoutId id="2147483793" r:id="rId43"/>
    <p:sldLayoutId id="2147483794" r:id="rId44"/>
    <p:sldLayoutId id="2147483795" r:id="rId45"/>
    <p:sldLayoutId id="2147483796" r:id="rId46"/>
    <p:sldLayoutId id="2147483797" r:id="rId47"/>
    <p:sldLayoutId id="2147483798" r:id="rId48"/>
    <p:sldLayoutId id="2147483799" r:id="rId49"/>
    <p:sldLayoutId id="2147483800" r:id="rId50"/>
    <p:sldLayoutId id="2147483801" r:id="rId51"/>
    <p:sldLayoutId id="2147483802" r:id="rId5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hyperlink" Target="https://drive.google.com/file/d/1iKzDfsqo7N4vN44lP5XSR-dnynyZ82Xn/view?usp=drivesdk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EB6EC07D-C654-FAC0-0369-673CE8A8A877}"/>
              </a:ext>
            </a:extLst>
          </p:cNvPr>
          <p:cNvGrpSpPr/>
          <p:nvPr/>
        </p:nvGrpSpPr>
        <p:grpSpPr>
          <a:xfrm>
            <a:off x="1069203" y="564553"/>
            <a:ext cx="9681209" cy="622714"/>
            <a:chOff x="876163" y="1489113"/>
            <a:chExt cx="9681209" cy="622714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20DFD58-6A30-0067-E612-958F29A72B91}"/>
                </a:ext>
              </a:extLst>
            </p:cNvPr>
            <p:cNvCxnSpPr/>
            <p:nvPr/>
          </p:nvCxnSpPr>
          <p:spPr>
            <a:xfrm>
              <a:off x="3611880" y="2111827"/>
              <a:ext cx="4968240" cy="0"/>
            </a:xfrm>
            <a:prstGeom prst="line">
              <a:avLst/>
            </a:prstGeom>
            <a:ln w="25400" cap="rnd">
              <a:gradFill>
                <a:gsLst>
                  <a:gs pos="17000">
                    <a:srgbClr val="134E7B"/>
                  </a:gs>
                  <a:gs pos="0">
                    <a:srgbClr val="004A82"/>
                  </a:gs>
                  <a:gs pos="27285">
                    <a:srgbClr val="205E8E">
                      <a:alpha val="30000"/>
                    </a:srgbClr>
                  </a:gs>
                  <a:gs pos="41964">
                    <a:srgbClr val="3376A9"/>
                  </a:gs>
                  <a:gs pos="52460">
                    <a:srgbClr val="4087BD"/>
                  </a:gs>
                  <a:gs pos="67156">
                    <a:srgbClr val="539ED8"/>
                  </a:gs>
                  <a:gs pos="76924">
                    <a:srgbClr val="5FAEEA"/>
                  </a:gs>
                  <a:gs pos="88000">
                    <a:srgbClr val="6DC0FF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Subtitle 2">
              <a:extLst>
                <a:ext uri="{FF2B5EF4-FFF2-40B4-BE49-F238E27FC236}">
                  <a16:creationId xmlns:a16="http://schemas.microsoft.com/office/drawing/2014/main" id="{DC2B9AEE-57E9-39DB-D0B2-CAB729B7AD64}"/>
                </a:ext>
              </a:extLst>
            </p:cNvPr>
            <p:cNvSpPr txBox="1">
              <a:spLocks/>
            </p:cNvSpPr>
            <p:nvPr/>
          </p:nvSpPr>
          <p:spPr>
            <a:xfrm>
              <a:off x="876163" y="1489113"/>
              <a:ext cx="9681209" cy="531772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lang="en-US" sz="1800" kern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Examples of my work</a:t>
              </a:r>
            </a:p>
          </p:txBody>
        </p:sp>
      </p:grpSp>
      <p:sp>
        <p:nvSpPr>
          <p:cNvPr id="17" name="Subtitle 2">
            <a:extLst>
              <a:ext uri="{FF2B5EF4-FFF2-40B4-BE49-F238E27FC236}">
                <a16:creationId xmlns:a16="http://schemas.microsoft.com/office/drawing/2014/main" id="{FA6AD3DF-AFBB-ED24-A8BA-73C407CA6A67}"/>
              </a:ext>
            </a:extLst>
          </p:cNvPr>
          <p:cNvSpPr txBox="1">
            <a:spLocks/>
          </p:cNvSpPr>
          <p:nvPr/>
        </p:nvSpPr>
        <p:spPr>
          <a:xfrm>
            <a:off x="2565400" y="3240283"/>
            <a:ext cx="8346439" cy="232234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10000"/>
              </a:lnSpc>
              <a:buFont typeface="+mj-lt"/>
              <a:buAutoNum type="arabicPeriod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Overview &amp; Domains </a:t>
            </a:r>
          </a:p>
          <a:p>
            <a:pPr marL="342900" indent="-342900">
              <a:lnSpc>
                <a:spcPct val="110000"/>
              </a:lnSpc>
              <a:buFont typeface="+mj-lt"/>
              <a:buAutoNum type="arabicPeriod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Platform &amp; Internal Products – Case Study </a:t>
            </a:r>
          </a:p>
          <a:p>
            <a:pPr marL="342900" indent="-342900">
              <a:lnSpc>
                <a:spcPct val="110000"/>
              </a:lnSpc>
              <a:buFont typeface="+mj-lt"/>
              <a:buAutoNum type="arabicPeriod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Market Stats – Product Walkthrough </a:t>
            </a:r>
          </a:p>
          <a:p>
            <a:pPr marL="342900" indent="-342900">
              <a:lnSpc>
                <a:spcPct val="110000"/>
              </a:lnSpc>
              <a:buFont typeface="+mj-lt"/>
              <a:buAutoNum type="arabicPeriod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Identity Privacy &amp; Access Management – Case Study</a:t>
            </a:r>
          </a:p>
          <a:p>
            <a:pPr marL="342900" indent="-342900">
              <a:lnSpc>
                <a:spcPct val="110000"/>
              </a:lnSpc>
              <a:buFont typeface="+mj-lt"/>
              <a:buAutoNum type="arabicPeriod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Monetization &amp; Operational Workflows – Case Study</a:t>
            </a:r>
          </a:p>
          <a:p>
            <a:pPr marL="342900" indent="-342900">
              <a:lnSpc>
                <a:spcPct val="110000"/>
              </a:lnSpc>
              <a:buFont typeface="+mj-lt"/>
              <a:buAutoNum type="arabicPeriod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Delivery Artifacts &amp; Execution Evidence</a:t>
            </a: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F82483AE-5C55-F0A3-75EE-6EA1BB1B77F9}"/>
              </a:ext>
            </a:extLst>
          </p:cNvPr>
          <p:cNvSpPr txBox="1">
            <a:spLocks/>
          </p:cNvSpPr>
          <p:nvPr/>
        </p:nvSpPr>
        <p:spPr>
          <a:xfrm>
            <a:off x="788035" y="1802856"/>
            <a:ext cx="9681209" cy="5317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Table of Contents</a:t>
            </a:r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8AAC172A-F9FB-3F3A-D5C8-019FE792640D}"/>
              </a:ext>
            </a:extLst>
          </p:cNvPr>
          <p:cNvSpPr txBox="1">
            <a:spLocks/>
          </p:cNvSpPr>
          <p:nvPr/>
        </p:nvSpPr>
        <p:spPr>
          <a:xfrm>
            <a:off x="-30480" y="5891132"/>
            <a:ext cx="12344400" cy="72230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00" b="1" i="1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lang="en-US" sz="1300" i="1" dirty="0">
                <a:latin typeface="Arial" panose="020B0604020202020204" pitchFamily="34" charset="0"/>
                <a:cs typeface="Arial" panose="020B0604020202020204" pitchFamily="34" charset="0"/>
              </a:rPr>
              <a:t>The portfolio represents the 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selected case studies from production systems and platform design work across Enterprise SaaS, Identity, Data, and Internal Platforms.</a:t>
            </a:r>
            <a:r>
              <a:rPr lang="en-US" sz="13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91211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F998D-BD67-0C01-CC0A-918B25520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F5A78C31-264F-8866-069E-5A4AEEE781C9}"/>
              </a:ext>
            </a:extLst>
          </p:cNvPr>
          <p:cNvGrpSpPr/>
          <p:nvPr/>
        </p:nvGrpSpPr>
        <p:grpSpPr>
          <a:xfrm>
            <a:off x="1198880" y="215485"/>
            <a:ext cx="9681209" cy="531772"/>
            <a:chOff x="1198880" y="1489113"/>
            <a:chExt cx="9681209" cy="531772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14B3B62-8044-E0D5-3051-298181855F10}"/>
                </a:ext>
              </a:extLst>
            </p:cNvPr>
            <p:cNvCxnSpPr/>
            <p:nvPr/>
          </p:nvCxnSpPr>
          <p:spPr>
            <a:xfrm>
              <a:off x="3611880" y="2002967"/>
              <a:ext cx="4968240" cy="0"/>
            </a:xfrm>
            <a:prstGeom prst="line">
              <a:avLst/>
            </a:prstGeom>
            <a:ln w="25400" cap="rnd">
              <a:gradFill>
                <a:gsLst>
                  <a:gs pos="17000">
                    <a:srgbClr val="134E7B"/>
                  </a:gs>
                  <a:gs pos="0">
                    <a:srgbClr val="004A82"/>
                  </a:gs>
                  <a:gs pos="27285">
                    <a:srgbClr val="205E8E">
                      <a:alpha val="30000"/>
                    </a:srgbClr>
                  </a:gs>
                  <a:gs pos="41964">
                    <a:srgbClr val="3376A9"/>
                  </a:gs>
                  <a:gs pos="52460">
                    <a:srgbClr val="4087BD"/>
                  </a:gs>
                  <a:gs pos="67156">
                    <a:srgbClr val="539ED8"/>
                  </a:gs>
                  <a:gs pos="76924">
                    <a:srgbClr val="5FAEEA"/>
                  </a:gs>
                  <a:gs pos="88000">
                    <a:srgbClr val="6DC0FF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Subtitle 2">
              <a:extLst>
                <a:ext uri="{FF2B5EF4-FFF2-40B4-BE49-F238E27FC236}">
                  <a16:creationId xmlns:a16="http://schemas.microsoft.com/office/drawing/2014/main" id="{E28A6654-717C-9900-01FC-DEF4B45E4D1B}"/>
                </a:ext>
              </a:extLst>
            </p:cNvPr>
            <p:cNvSpPr txBox="1">
              <a:spLocks/>
            </p:cNvSpPr>
            <p:nvPr/>
          </p:nvSpPr>
          <p:spPr>
            <a:xfrm>
              <a:off x="1198880" y="1489113"/>
              <a:ext cx="9681209" cy="531772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lang="en-US" sz="1800" kern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Overview &amp; Domains</a:t>
              </a:r>
            </a:p>
          </p:txBody>
        </p:sp>
      </p:grpSp>
      <p:sp>
        <p:nvSpPr>
          <p:cNvPr id="17" name="Subtitle 2">
            <a:extLst>
              <a:ext uri="{FF2B5EF4-FFF2-40B4-BE49-F238E27FC236}">
                <a16:creationId xmlns:a16="http://schemas.microsoft.com/office/drawing/2014/main" id="{01D0BF0B-0CA3-9BB8-8016-4C350595CC02}"/>
              </a:ext>
            </a:extLst>
          </p:cNvPr>
          <p:cNvSpPr txBox="1">
            <a:spLocks/>
          </p:cNvSpPr>
          <p:nvPr/>
        </p:nvSpPr>
        <p:spPr>
          <a:xfrm>
            <a:off x="-1" y="5255798"/>
            <a:ext cx="12191999" cy="53177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This portfolio presents selected product work by </a:t>
            </a:r>
          </a:p>
          <a:p>
            <a:pPr algn="ctr">
              <a:spcBef>
                <a:spcPts val="0"/>
              </a:spcBef>
              <a:spcAft>
                <a:spcPts val="1200"/>
              </a:spcAft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Niara Mamontova, a Product Manager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with experience across platform, internal, and data products in both enterprise and consumer environments.</a:t>
            </a:r>
          </a:p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Domains: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Enterprise &amp; B2B/B2C SaaS </a:t>
            </a:r>
            <a:r>
              <a:rPr lang="en-US" sz="3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٠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FinTech &amp; Payments </a:t>
            </a:r>
            <a:r>
              <a:rPr lang="en-US" sz="3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٠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Identity &amp; Privacy </a:t>
            </a:r>
            <a:r>
              <a:rPr lang="en-US" sz="3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٠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Data &amp; Analytics </a:t>
            </a:r>
            <a:r>
              <a:rPr lang="en-US" sz="3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٠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Internal Platforms &amp; Tooling</a:t>
            </a:r>
          </a:p>
          <a:p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4263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8A2C7-40E0-0D0C-1FE2-3B589EC7E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0EE627D5-1FCC-A157-5502-1F233803B7F3}"/>
              </a:ext>
            </a:extLst>
          </p:cNvPr>
          <p:cNvGrpSpPr/>
          <p:nvPr/>
        </p:nvGrpSpPr>
        <p:grpSpPr>
          <a:xfrm>
            <a:off x="152401" y="160434"/>
            <a:ext cx="11832771" cy="531772"/>
            <a:chOff x="191213" y="1514869"/>
            <a:chExt cx="10388063" cy="531772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3D1E5ED-DF81-C402-591D-3782E3D77B43}"/>
                </a:ext>
              </a:extLst>
            </p:cNvPr>
            <p:cNvCxnSpPr/>
            <p:nvPr/>
          </p:nvCxnSpPr>
          <p:spPr>
            <a:xfrm>
              <a:off x="3170377" y="2024739"/>
              <a:ext cx="4968240" cy="0"/>
            </a:xfrm>
            <a:prstGeom prst="line">
              <a:avLst/>
            </a:prstGeom>
            <a:ln w="25400" cap="rnd">
              <a:gradFill>
                <a:gsLst>
                  <a:gs pos="17000">
                    <a:srgbClr val="134E7B"/>
                  </a:gs>
                  <a:gs pos="0">
                    <a:srgbClr val="004A82"/>
                  </a:gs>
                  <a:gs pos="27285">
                    <a:srgbClr val="205E8E">
                      <a:alpha val="30000"/>
                    </a:srgbClr>
                  </a:gs>
                  <a:gs pos="41964">
                    <a:srgbClr val="3376A9"/>
                  </a:gs>
                  <a:gs pos="52460">
                    <a:srgbClr val="4087BD"/>
                  </a:gs>
                  <a:gs pos="67156">
                    <a:srgbClr val="539ED8"/>
                  </a:gs>
                  <a:gs pos="76924">
                    <a:srgbClr val="5FAEEA"/>
                  </a:gs>
                  <a:gs pos="88000">
                    <a:srgbClr val="6DC0FF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Subtitle 2">
              <a:extLst>
                <a:ext uri="{FF2B5EF4-FFF2-40B4-BE49-F238E27FC236}">
                  <a16:creationId xmlns:a16="http://schemas.microsoft.com/office/drawing/2014/main" id="{F8C6F7D2-DB20-4CF6-C002-6EA3C36DBD84}"/>
                </a:ext>
              </a:extLst>
            </p:cNvPr>
            <p:cNvSpPr txBox="1">
              <a:spLocks/>
            </p:cNvSpPr>
            <p:nvPr/>
          </p:nvSpPr>
          <p:spPr>
            <a:xfrm>
              <a:off x="191213" y="1514869"/>
              <a:ext cx="10388063" cy="531772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lang="en-US" sz="1800" kern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3700" b="1" dirty="0">
                  <a:latin typeface="Arial" panose="020B0604020202020204" pitchFamily="34" charset="0"/>
                  <a:cs typeface="Arial" panose="020B0604020202020204" pitchFamily="34" charset="0"/>
                </a:rPr>
                <a:t>Platform &amp; Internal Product Ownership</a:t>
              </a:r>
            </a:p>
          </p:txBody>
        </p:sp>
      </p:grpSp>
      <p:sp>
        <p:nvSpPr>
          <p:cNvPr id="6" name="Subtitle 2">
            <a:extLst>
              <a:ext uri="{FF2B5EF4-FFF2-40B4-BE49-F238E27FC236}">
                <a16:creationId xmlns:a16="http://schemas.microsoft.com/office/drawing/2014/main" id="{6672B843-7A4D-147A-8B8A-1BCCD950BAEA}"/>
              </a:ext>
            </a:extLst>
          </p:cNvPr>
          <p:cNvSpPr txBox="1">
            <a:spLocks/>
          </p:cNvSpPr>
          <p:nvPr/>
        </p:nvSpPr>
        <p:spPr>
          <a:xfrm>
            <a:off x="533400" y="824515"/>
            <a:ext cx="11343640" cy="94833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700" b="1" dirty="0">
                <a:latin typeface="Arial" panose="020B0604020202020204" pitchFamily="34" charset="0"/>
                <a:cs typeface="Arial" panose="020B0604020202020204" pitchFamily="34" charset="0"/>
              </a:rPr>
              <a:t>Linecity.com – </a:t>
            </a: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End-to-end delivery ownership via Jira </a:t>
            </a:r>
            <a:r>
              <a:rPr lang="en-US" sz="27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٠ </a:t>
            </a: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Consumer-facing platform screen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83C341-8CE4-1216-0529-0A9F1287A7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" y="2874468"/>
            <a:ext cx="8913667" cy="3835910"/>
          </a:xfrm>
          <a:prstGeom prst="rect">
            <a:avLst/>
          </a:prstGeom>
          <a:ln w="25400">
            <a:solidFill>
              <a:srgbClr val="0070C0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E417C2A-E79A-C707-8FEE-D5C20C8FCE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779" y="1961764"/>
            <a:ext cx="6911649" cy="4642002"/>
          </a:xfrm>
          <a:prstGeom prst="rect">
            <a:avLst/>
          </a:prstGeom>
          <a:ln w="25400"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63120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80C6B-3F80-F9FA-D729-EEE0D4FD0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A6BF915-4E24-95A6-EEB9-4B314FFC0D51}"/>
              </a:ext>
            </a:extLst>
          </p:cNvPr>
          <p:cNvGrpSpPr/>
          <p:nvPr/>
        </p:nvGrpSpPr>
        <p:grpSpPr>
          <a:xfrm>
            <a:off x="1316448" y="182826"/>
            <a:ext cx="9681209" cy="546512"/>
            <a:chOff x="1229360" y="106624"/>
            <a:chExt cx="9681209" cy="546512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0063480-EC87-0099-C7B7-C9199231FABC}"/>
                </a:ext>
              </a:extLst>
            </p:cNvPr>
            <p:cNvCxnSpPr/>
            <p:nvPr/>
          </p:nvCxnSpPr>
          <p:spPr>
            <a:xfrm>
              <a:off x="3642360" y="653136"/>
              <a:ext cx="4968240" cy="0"/>
            </a:xfrm>
            <a:prstGeom prst="line">
              <a:avLst/>
            </a:prstGeom>
            <a:ln w="25400" cap="rnd">
              <a:gradFill>
                <a:gsLst>
                  <a:gs pos="17000">
                    <a:srgbClr val="134E7B"/>
                  </a:gs>
                  <a:gs pos="0">
                    <a:srgbClr val="004A82"/>
                  </a:gs>
                  <a:gs pos="27285">
                    <a:srgbClr val="205E8E">
                      <a:alpha val="30000"/>
                    </a:srgbClr>
                  </a:gs>
                  <a:gs pos="41964">
                    <a:srgbClr val="3376A9"/>
                  </a:gs>
                  <a:gs pos="52460">
                    <a:srgbClr val="4087BD"/>
                  </a:gs>
                  <a:gs pos="67156">
                    <a:srgbClr val="539ED8"/>
                  </a:gs>
                  <a:gs pos="76924">
                    <a:srgbClr val="5FAEEA"/>
                  </a:gs>
                  <a:gs pos="88000">
                    <a:srgbClr val="6DC0FF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Subtitle 2">
              <a:extLst>
                <a:ext uri="{FF2B5EF4-FFF2-40B4-BE49-F238E27FC236}">
                  <a16:creationId xmlns:a16="http://schemas.microsoft.com/office/drawing/2014/main" id="{C7B32FD7-AE11-9B35-7CF7-FFFE2F1FF8EE}"/>
                </a:ext>
              </a:extLst>
            </p:cNvPr>
            <p:cNvSpPr txBox="1">
              <a:spLocks/>
            </p:cNvSpPr>
            <p:nvPr/>
          </p:nvSpPr>
          <p:spPr>
            <a:xfrm>
              <a:off x="1229360" y="106624"/>
              <a:ext cx="9681209" cy="531772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lang="en-US" sz="1800" kern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10000"/>
                </a:lnSpc>
              </a:pPr>
              <a:r>
                <a:rPr lang="en-US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Market Stats – Product Walkthrough </a:t>
              </a:r>
            </a:p>
          </p:txBody>
        </p:sp>
      </p:grpSp>
      <p:sp>
        <p:nvSpPr>
          <p:cNvPr id="17" name="Subtitle 2">
            <a:extLst>
              <a:ext uri="{FF2B5EF4-FFF2-40B4-BE49-F238E27FC236}">
                <a16:creationId xmlns:a16="http://schemas.microsoft.com/office/drawing/2014/main" id="{188EE5EF-C07F-FFED-96FA-653EE4D32B4E}"/>
              </a:ext>
            </a:extLst>
          </p:cNvPr>
          <p:cNvSpPr txBox="1">
            <a:spLocks/>
          </p:cNvSpPr>
          <p:nvPr/>
        </p:nvSpPr>
        <p:spPr>
          <a:xfrm>
            <a:off x="97975" y="2128021"/>
            <a:ext cx="12006940" cy="53177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lang="en-US" sz="2700" b="1" dirty="0">
                <a:latin typeface="Arial" panose="020B0604020202020204" pitchFamily="34" charset="0"/>
                <a:cs typeface="Arial" panose="020B0604020202020204" pitchFamily="34" charset="0"/>
              </a:rPr>
              <a:t>OLR.com – Market Stats </a:t>
            </a: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is an internal analytics product providing consolidated market insights for Business.</a:t>
            </a:r>
          </a:p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The video demonstrates the final production user walkthrough of the tool, designed and delivered end-to-end by me and my team.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2F29AE57-B094-3AE8-FEE1-8C07BB908768}"/>
              </a:ext>
            </a:extLst>
          </p:cNvPr>
          <p:cNvSpPr txBox="1">
            <a:spLocks/>
          </p:cNvSpPr>
          <p:nvPr/>
        </p:nvSpPr>
        <p:spPr>
          <a:xfrm>
            <a:off x="259116" y="6362822"/>
            <a:ext cx="6571672" cy="40242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*Product walkthrough recorded from production environment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56A0535-AA2D-6875-92C7-97F1076D2EED}"/>
              </a:ext>
            </a:extLst>
          </p:cNvPr>
          <p:cNvGrpSpPr/>
          <p:nvPr/>
        </p:nvGrpSpPr>
        <p:grpSpPr>
          <a:xfrm>
            <a:off x="2982687" y="2801763"/>
            <a:ext cx="6309542" cy="3309792"/>
            <a:chOff x="777628" y="2588991"/>
            <a:chExt cx="6309542" cy="3309792"/>
          </a:xfrm>
        </p:grpSpPr>
        <p:pic>
          <p:nvPicPr>
            <p:cNvPr id="8" name="Picture 7">
              <a:hlinkClick r:id="rId2"/>
              <a:extLst>
                <a:ext uri="{FF2B5EF4-FFF2-40B4-BE49-F238E27FC236}">
                  <a16:creationId xmlns:a16="http://schemas.microsoft.com/office/drawing/2014/main" id="{2DCAE524-79CA-91D0-E3FC-5E66D5047F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7628" y="2588991"/>
              <a:ext cx="6309542" cy="3309792"/>
            </a:xfrm>
            <a:prstGeom prst="rect">
              <a:avLst/>
            </a:prstGeom>
            <a:effectLst>
              <a:softEdge rad="31750"/>
            </a:effectLst>
          </p:spPr>
        </p:pic>
        <p:sp>
          <p:nvSpPr>
            <p:cNvPr id="12" name="TextBox 11">
              <a:hlinkClick r:id="rId2"/>
              <a:extLst>
                <a:ext uri="{FF2B5EF4-FFF2-40B4-BE49-F238E27FC236}">
                  <a16:creationId xmlns:a16="http://schemas.microsoft.com/office/drawing/2014/main" id="{C2976564-5E77-9B8A-721E-30FBF458FF0F}"/>
                </a:ext>
              </a:extLst>
            </p:cNvPr>
            <p:cNvSpPr txBox="1"/>
            <p:nvPr/>
          </p:nvSpPr>
          <p:spPr>
            <a:xfrm>
              <a:off x="1783081" y="2727960"/>
              <a:ext cx="503335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▶ Click to watch the product walkthrough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4586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E933E-8832-66B1-7A4C-6BF2FCDA3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95B5E5D1-9DD7-40B6-E993-607355DBFDE2}"/>
              </a:ext>
            </a:extLst>
          </p:cNvPr>
          <p:cNvGrpSpPr/>
          <p:nvPr/>
        </p:nvGrpSpPr>
        <p:grpSpPr>
          <a:xfrm>
            <a:off x="30480" y="190190"/>
            <a:ext cx="12020006" cy="531772"/>
            <a:chOff x="191213" y="1514869"/>
            <a:chExt cx="10388063" cy="531772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34BA059-74E8-915C-4F54-D788571A7C91}"/>
                </a:ext>
              </a:extLst>
            </p:cNvPr>
            <p:cNvCxnSpPr/>
            <p:nvPr/>
          </p:nvCxnSpPr>
          <p:spPr>
            <a:xfrm>
              <a:off x="3170377" y="2046511"/>
              <a:ext cx="4968240" cy="0"/>
            </a:xfrm>
            <a:prstGeom prst="line">
              <a:avLst/>
            </a:prstGeom>
            <a:ln w="25400" cap="rnd">
              <a:gradFill>
                <a:gsLst>
                  <a:gs pos="17000">
                    <a:srgbClr val="134E7B"/>
                  </a:gs>
                  <a:gs pos="0">
                    <a:srgbClr val="004A82"/>
                  </a:gs>
                  <a:gs pos="27285">
                    <a:srgbClr val="205E8E">
                      <a:alpha val="30000"/>
                    </a:srgbClr>
                  </a:gs>
                  <a:gs pos="41964">
                    <a:srgbClr val="3376A9"/>
                  </a:gs>
                  <a:gs pos="52460">
                    <a:srgbClr val="4087BD"/>
                  </a:gs>
                  <a:gs pos="67156">
                    <a:srgbClr val="539ED8"/>
                  </a:gs>
                  <a:gs pos="76924">
                    <a:srgbClr val="5FAEEA"/>
                  </a:gs>
                  <a:gs pos="88000">
                    <a:srgbClr val="6DC0FF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Subtitle 2">
              <a:extLst>
                <a:ext uri="{FF2B5EF4-FFF2-40B4-BE49-F238E27FC236}">
                  <a16:creationId xmlns:a16="http://schemas.microsoft.com/office/drawing/2014/main" id="{51CB0102-CF30-9591-51A6-C10E764CDDA5}"/>
                </a:ext>
              </a:extLst>
            </p:cNvPr>
            <p:cNvSpPr txBox="1">
              <a:spLocks/>
            </p:cNvSpPr>
            <p:nvPr/>
          </p:nvSpPr>
          <p:spPr>
            <a:xfrm>
              <a:off x="191213" y="1514869"/>
              <a:ext cx="10388063" cy="531772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lang="en-US" sz="1800" kern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Identity Privacy &amp; Access Management</a:t>
              </a:r>
              <a:endParaRPr lang="en-US" sz="37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" name="Subtitle 2">
            <a:extLst>
              <a:ext uri="{FF2B5EF4-FFF2-40B4-BE49-F238E27FC236}">
                <a16:creationId xmlns:a16="http://schemas.microsoft.com/office/drawing/2014/main" id="{B49463D6-2F6B-574F-1D8B-130D7857C435}"/>
              </a:ext>
            </a:extLst>
          </p:cNvPr>
          <p:cNvSpPr txBox="1">
            <a:spLocks/>
          </p:cNvSpPr>
          <p:nvPr/>
        </p:nvSpPr>
        <p:spPr>
          <a:xfrm>
            <a:off x="53788" y="883298"/>
            <a:ext cx="11824754" cy="87077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2700" b="1" dirty="0">
                <a:latin typeface="Arial" panose="020B0604020202020204" pitchFamily="34" charset="0"/>
                <a:cs typeface="Arial" panose="020B0604020202020204" pitchFamily="34" charset="0"/>
              </a:rPr>
              <a:t>Namecheap.com </a:t>
            </a: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– 2FA workflow for an enterprise Auth-system </a:t>
            </a:r>
            <a:r>
              <a:rPr lang="en-US" sz="27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٠ </a:t>
            </a: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2FA UI execution </a:t>
            </a:r>
            <a:r>
              <a:rPr lang="en-US" sz="27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٠ </a:t>
            </a: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QA Validation and error-handling matrix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9E7CAE-97A4-9FFE-C190-FA73BF18EA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" y="1797621"/>
            <a:ext cx="3790406" cy="4517095"/>
          </a:xfrm>
          <a:prstGeom prst="rect">
            <a:avLst/>
          </a:prstGeom>
          <a:ln w="25400">
            <a:solidFill>
              <a:srgbClr val="0070C0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34C98AE-3AFA-922B-F4A2-524657B5D0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7725" y="3548746"/>
            <a:ext cx="6426731" cy="3238810"/>
          </a:xfrm>
          <a:prstGeom prst="rect">
            <a:avLst/>
          </a:prstGeom>
          <a:ln w="25400">
            <a:solidFill>
              <a:srgbClr val="0070C0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2680675-1A8C-9123-C4B9-3F89C1E7BA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2597" y="1848286"/>
            <a:ext cx="6764950" cy="3480676"/>
          </a:xfrm>
          <a:prstGeom prst="rect">
            <a:avLst/>
          </a:prstGeom>
          <a:ln w="25400"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3161296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0A58F-830C-18C7-2F42-12430811B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B2FB64EA-FF26-4A08-5EB3-EC69B5A3FD8A}"/>
              </a:ext>
            </a:extLst>
          </p:cNvPr>
          <p:cNvGrpSpPr/>
          <p:nvPr/>
        </p:nvGrpSpPr>
        <p:grpSpPr>
          <a:xfrm>
            <a:off x="446314" y="211962"/>
            <a:ext cx="11538858" cy="596958"/>
            <a:chOff x="868472" y="1514869"/>
            <a:chExt cx="9110325" cy="596958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E94EC93-15A5-48D9-EF70-846CEFBCF9DB}"/>
                </a:ext>
              </a:extLst>
            </p:cNvPr>
            <p:cNvCxnSpPr/>
            <p:nvPr/>
          </p:nvCxnSpPr>
          <p:spPr>
            <a:xfrm>
              <a:off x="3170377" y="2111827"/>
              <a:ext cx="4968240" cy="0"/>
            </a:xfrm>
            <a:prstGeom prst="line">
              <a:avLst/>
            </a:prstGeom>
            <a:ln w="25400" cap="rnd">
              <a:gradFill>
                <a:gsLst>
                  <a:gs pos="17000">
                    <a:srgbClr val="134E7B"/>
                  </a:gs>
                  <a:gs pos="0">
                    <a:srgbClr val="004A82"/>
                  </a:gs>
                  <a:gs pos="27285">
                    <a:srgbClr val="205E8E">
                      <a:alpha val="30000"/>
                    </a:srgbClr>
                  </a:gs>
                  <a:gs pos="41964">
                    <a:srgbClr val="3376A9"/>
                  </a:gs>
                  <a:gs pos="52460">
                    <a:srgbClr val="4087BD"/>
                  </a:gs>
                  <a:gs pos="67156">
                    <a:srgbClr val="539ED8"/>
                  </a:gs>
                  <a:gs pos="76924">
                    <a:srgbClr val="5FAEEA"/>
                  </a:gs>
                  <a:gs pos="88000">
                    <a:srgbClr val="6DC0FF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Subtitle 2">
              <a:extLst>
                <a:ext uri="{FF2B5EF4-FFF2-40B4-BE49-F238E27FC236}">
                  <a16:creationId xmlns:a16="http://schemas.microsoft.com/office/drawing/2014/main" id="{5DEE1C4A-7459-FE15-E125-20AD9FD0DCBA}"/>
                </a:ext>
              </a:extLst>
            </p:cNvPr>
            <p:cNvSpPr txBox="1">
              <a:spLocks/>
            </p:cNvSpPr>
            <p:nvPr/>
          </p:nvSpPr>
          <p:spPr>
            <a:xfrm>
              <a:off x="868472" y="1514869"/>
              <a:ext cx="9110325" cy="531772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lang="en-US" sz="1800" kern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Monetization &amp; Operational Workflows</a:t>
              </a:r>
              <a:endParaRPr lang="en-US" sz="37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" name="Subtitle 2">
            <a:extLst>
              <a:ext uri="{FF2B5EF4-FFF2-40B4-BE49-F238E27FC236}">
                <a16:creationId xmlns:a16="http://schemas.microsoft.com/office/drawing/2014/main" id="{595433B8-B01C-8A7F-D9C3-A4842BC59D2E}"/>
              </a:ext>
            </a:extLst>
          </p:cNvPr>
          <p:cNvSpPr txBox="1">
            <a:spLocks/>
          </p:cNvSpPr>
          <p:nvPr/>
        </p:nvSpPr>
        <p:spPr>
          <a:xfrm>
            <a:off x="-805541" y="373361"/>
            <a:ext cx="13661571" cy="246780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700" b="1" dirty="0">
                <a:latin typeface="Arial" panose="020B0604020202020204" pitchFamily="34" charset="0"/>
                <a:cs typeface="Arial" panose="020B0604020202020204" pitchFamily="34" charset="0"/>
              </a:rPr>
              <a:t>Linecity.com – Expert Subscription Flow</a:t>
            </a:r>
          </a:p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Workflow diagram illustrating the Expert onboarding flow </a:t>
            </a:r>
          </a:p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lang="en-US" sz="25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٠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UI mockup of the “Make me an Expert” feature </a:t>
            </a:r>
            <a:r>
              <a:rPr lang="en-US" sz="25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٠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Checkout UI for Expert subscription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2FFE04-F6C3-559A-E363-01CDC066E0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65" y="3646150"/>
            <a:ext cx="4632941" cy="3146534"/>
          </a:xfrm>
          <a:prstGeom prst="rect">
            <a:avLst/>
          </a:prstGeom>
          <a:ln w="25400">
            <a:solidFill>
              <a:srgbClr val="0070C0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F2C973C-1E23-A290-83B9-3562E0BC2F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4067" y="2949898"/>
            <a:ext cx="4804156" cy="3842786"/>
          </a:xfrm>
          <a:prstGeom prst="rect">
            <a:avLst/>
          </a:prstGeom>
          <a:ln w="25400">
            <a:solidFill>
              <a:srgbClr val="0070C0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71898A4-5A04-2C97-8F52-45F8603BDC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3915" y="2439797"/>
            <a:ext cx="4227478" cy="4352881"/>
          </a:xfrm>
          <a:prstGeom prst="rect">
            <a:avLst/>
          </a:prstGeom>
          <a:ln w="25400"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3562544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C4AC6-298E-F16C-9AFD-4967B5FAA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728E2D92-5823-3DAA-32F3-2AACBC9FCD09}"/>
              </a:ext>
            </a:extLst>
          </p:cNvPr>
          <p:cNvGrpSpPr/>
          <p:nvPr/>
        </p:nvGrpSpPr>
        <p:grpSpPr>
          <a:xfrm>
            <a:off x="446314" y="211962"/>
            <a:ext cx="11538858" cy="596958"/>
            <a:chOff x="868472" y="1514869"/>
            <a:chExt cx="9110325" cy="596958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FFB8394-C009-1C51-6CC7-CBB76DE24653}"/>
                </a:ext>
              </a:extLst>
            </p:cNvPr>
            <p:cNvCxnSpPr/>
            <p:nvPr/>
          </p:nvCxnSpPr>
          <p:spPr>
            <a:xfrm>
              <a:off x="3170377" y="2111827"/>
              <a:ext cx="4968240" cy="0"/>
            </a:xfrm>
            <a:prstGeom prst="line">
              <a:avLst/>
            </a:prstGeom>
            <a:ln w="25400" cap="rnd">
              <a:gradFill>
                <a:gsLst>
                  <a:gs pos="17000">
                    <a:srgbClr val="134E7B"/>
                  </a:gs>
                  <a:gs pos="0">
                    <a:srgbClr val="004A82"/>
                  </a:gs>
                  <a:gs pos="27285">
                    <a:srgbClr val="205E8E">
                      <a:alpha val="30000"/>
                    </a:srgbClr>
                  </a:gs>
                  <a:gs pos="41964">
                    <a:srgbClr val="3376A9"/>
                  </a:gs>
                  <a:gs pos="52460">
                    <a:srgbClr val="4087BD"/>
                  </a:gs>
                  <a:gs pos="67156">
                    <a:srgbClr val="539ED8"/>
                  </a:gs>
                  <a:gs pos="76924">
                    <a:srgbClr val="5FAEEA"/>
                  </a:gs>
                  <a:gs pos="88000">
                    <a:srgbClr val="6DC0FF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Subtitle 2">
              <a:extLst>
                <a:ext uri="{FF2B5EF4-FFF2-40B4-BE49-F238E27FC236}">
                  <a16:creationId xmlns:a16="http://schemas.microsoft.com/office/drawing/2014/main" id="{C59D35DF-5F01-3A8B-8A7C-591A65F71DA8}"/>
                </a:ext>
              </a:extLst>
            </p:cNvPr>
            <p:cNvSpPr txBox="1">
              <a:spLocks/>
            </p:cNvSpPr>
            <p:nvPr/>
          </p:nvSpPr>
          <p:spPr>
            <a:xfrm>
              <a:off x="868472" y="1514869"/>
              <a:ext cx="9110325" cy="531772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lang="en-US" sz="1800" kern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Delivery Artifacts &amp; Execution Evidence</a:t>
              </a:r>
              <a:endParaRPr lang="en-US" sz="37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" name="Subtitle 2">
            <a:extLst>
              <a:ext uri="{FF2B5EF4-FFF2-40B4-BE49-F238E27FC236}">
                <a16:creationId xmlns:a16="http://schemas.microsoft.com/office/drawing/2014/main" id="{0A5AB5C3-55AE-226B-99C6-A48BE38FE973}"/>
              </a:ext>
            </a:extLst>
          </p:cNvPr>
          <p:cNvSpPr txBox="1">
            <a:spLocks/>
          </p:cNvSpPr>
          <p:nvPr/>
        </p:nvSpPr>
        <p:spPr>
          <a:xfrm>
            <a:off x="0" y="689831"/>
            <a:ext cx="12141393" cy="15656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lang="en-US" sz="2700" b="1" dirty="0" err="1">
                <a:latin typeface="Arial" panose="020B0604020202020204" pitchFamily="34" charset="0"/>
                <a:cs typeface="Arial" panose="020B0604020202020204" pitchFamily="34" charset="0"/>
              </a:rPr>
              <a:t>Technovation</a:t>
            </a:r>
            <a:r>
              <a:rPr lang="en-US" sz="2700" b="1" dirty="0">
                <a:latin typeface="Arial" panose="020B0604020202020204" pitchFamily="34" charset="0"/>
                <a:cs typeface="Arial" panose="020B0604020202020204" pitchFamily="34" charset="0"/>
              </a:rPr>
              <a:t> (via SoftServe) – </a:t>
            </a: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examples of product ownership artifacts created and used during delivery: </a:t>
            </a:r>
          </a:p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Meeting Minutes </a:t>
            </a:r>
            <a:r>
              <a:rPr lang="en-US" sz="27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٠ </a:t>
            </a: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Epic Scope Definition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20235AF-74AA-D213-17D2-C8AA9DCCB5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07" y="2471351"/>
            <a:ext cx="6789420" cy="4324865"/>
          </a:xfrm>
          <a:prstGeom prst="rect">
            <a:avLst/>
          </a:prstGeom>
          <a:ln w="25400">
            <a:solidFill>
              <a:srgbClr val="0070C0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BEA8BB0-A0B4-4375-4C65-2C66D97C94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0161" y="2342013"/>
            <a:ext cx="7891232" cy="4454201"/>
          </a:xfrm>
          <a:prstGeom prst="rect">
            <a:avLst/>
          </a:prstGeom>
          <a:ln w="25400"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2156618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91141-FDC8-E431-5727-9ADEA2877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DF8A71E7-2A34-7153-0F6B-24E0414364FF}"/>
              </a:ext>
            </a:extLst>
          </p:cNvPr>
          <p:cNvGrpSpPr/>
          <p:nvPr/>
        </p:nvGrpSpPr>
        <p:grpSpPr>
          <a:xfrm>
            <a:off x="1583313" y="2603417"/>
            <a:ext cx="9681209" cy="622714"/>
            <a:chOff x="1056640" y="1489113"/>
            <a:chExt cx="9681209" cy="622714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1B012CD-B84C-9415-D60D-40D5FF604835}"/>
                </a:ext>
              </a:extLst>
            </p:cNvPr>
            <p:cNvCxnSpPr/>
            <p:nvPr/>
          </p:nvCxnSpPr>
          <p:spPr>
            <a:xfrm>
              <a:off x="3611880" y="2111827"/>
              <a:ext cx="4968240" cy="0"/>
            </a:xfrm>
            <a:prstGeom prst="line">
              <a:avLst/>
            </a:prstGeom>
            <a:ln w="25400" cap="rnd">
              <a:gradFill>
                <a:gsLst>
                  <a:gs pos="17000">
                    <a:srgbClr val="134E7B"/>
                  </a:gs>
                  <a:gs pos="0">
                    <a:srgbClr val="004A82"/>
                  </a:gs>
                  <a:gs pos="27285">
                    <a:srgbClr val="205E8E">
                      <a:alpha val="30000"/>
                    </a:srgbClr>
                  </a:gs>
                  <a:gs pos="41964">
                    <a:srgbClr val="3376A9"/>
                  </a:gs>
                  <a:gs pos="52460">
                    <a:srgbClr val="4087BD"/>
                  </a:gs>
                  <a:gs pos="67156">
                    <a:srgbClr val="539ED8"/>
                  </a:gs>
                  <a:gs pos="76924">
                    <a:srgbClr val="5FAEEA"/>
                  </a:gs>
                  <a:gs pos="88000">
                    <a:srgbClr val="6DC0FF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Subtitle 2">
              <a:extLst>
                <a:ext uri="{FF2B5EF4-FFF2-40B4-BE49-F238E27FC236}">
                  <a16:creationId xmlns:a16="http://schemas.microsoft.com/office/drawing/2014/main" id="{274C6412-2795-E818-C409-5CE09FABFCF7}"/>
                </a:ext>
              </a:extLst>
            </p:cNvPr>
            <p:cNvSpPr txBox="1">
              <a:spLocks/>
            </p:cNvSpPr>
            <p:nvPr/>
          </p:nvSpPr>
          <p:spPr>
            <a:xfrm>
              <a:off x="1056640" y="1489113"/>
              <a:ext cx="9681209" cy="531772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lang="en-US" sz="1800" kern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Thank you for your time!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45698387"/>
      </p:ext>
    </p:extLst>
  </p:cSld>
  <p:clrMapOvr>
    <a:masterClrMapping/>
  </p:clrMapOvr>
</p:sld>
</file>

<file path=ppt/theme/theme1.xml><?xml version="1.0" encoding="utf-8"?>
<a:theme xmlns:a="http://schemas.openxmlformats.org/drawingml/2006/main" name="Oasis">
  <a:themeElements>
    <a:clrScheme name="Oasis">
      <a:dk1>
        <a:srgbClr val="131313"/>
      </a:dk1>
      <a:lt1>
        <a:sysClr val="window" lastClr="FFFFFF"/>
      </a:lt1>
      <a:dk2>
        <a:srgbClr val="2D2A27"/>
      </a:dk2>
      <a:lt2>
        <a:srgbClr val="F0EBE6"/>
      </a:lt2>
      <a:accent1>
        <a:srgbClr val="9F7667"/>
      </a:accent1>
      <a:accent2>
        <a:srgbClr val="BE8856"/>
      </a:accent2>
      <a:accent3>
        <a:srgbClr val="BD9075"/>
      </a:accent3>
      <a:accent4>
        <a:srgbClr val="939081"/>
      </a:accent4>
      <a:accent5>
        <a:srgbClr val="A16D4C"/>
      </a:accent5>
      <a:accent6>
        <a:srgbClr val="8C8662"/>
      </a:accent6>
      <a:hlink>
        <a:srgbClr val="A57361"/>
      </a:hlink>
      <a:folHlink>
        <a:srgbClr val="8C8662"/>
      </a:folHlink>
    </a:clrScheme>
    <a:fontScheme name="Oasis Font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asis" id="{F87D57D1-6595-40EA-BD1E-F0C34D0EF910}" vid="{ECA7DBCD-4BC8-40F2-8EF4-7A6D942FA19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</TotalTime>
  <Words>299</Words>
  <Application>Microsoft Office PowerPoint</Application>
  <PresentationFormat>Widescreen</PresentationFormat>
  <Paragraphs>31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Neue Haas Grotesk Text Pro</vt:lpstr>
      <vt:lpstr>Oasis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Niyara Mamontova</dc:creator>
  <cp:lastModifiedBy>Niyara Mamontova</cp:lastModifiedBy>
  <cp:revision>10</cp:revision>
  <dcterms:created xsi:type="dcterms:W3CDTF">2026-01-27T20:23:00Z</dcterms:created>
  <dcterms:modified xsi:type="dcterms:W3CDTF">2026-02-19T10:04:46Z</dcterms:modified>
</cp:coreProperties>
</file>